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81" r:id="rId5"/>
    <p:sldId id="299" r:id="rId6"/>
    <p:sldId id="273" r:id="rId7"/>
    <p:sldId id="268" r:id="rId8"/>
    <p:sldId id="300" r:id="rId9"/>
    <p:sldId id="275" r:id="rId10"/>
    <p:sldId id="301" r:id="rId11"/>
    <p:sldId id="302" r:id="rId12"/>
    <p:sldId id="303" r:id="rId13"/>
    <p:sldId id="304" r:id="rId14"/>
    <p:sldId id="305" r:id="rId15"/>
    <p:sldId id="306" r:id="rId16"/>
    <p:sldId id="29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PT PROJETOS ACADÊMICOS UVA" id="{EA77B24B-5278-4991-B198-2CA4887B5862}">
          <p14:sldIdLst/>
        </p14:section>
        <p14:section name="Capa" id="{86E7368F-5161-4CC9-A16C-F5BF83EF585C}">
          <p14:sldIdLst>
            <p14:sldId id="281"/>
            <p14:sldId id="299"/>
          </p14:sldIdLst>
        </p14:section>
        <p14:section name="Sumário" id="{3F2FF624-6EE3-4F71-BC1F-8F9017C6452B}">
          <p14:sldIdLst>
            <p14:sldId id="273"/>
          </p14:sldIdLst>
        </p14:section>
        <p14:section name="Abertura" id="{36E53D0F-5086-4D42-B347-D1F99F153B22}">
          <p14:sldIdLst>
            <p14:sldId id="268"/>
            <p14:sldId id="300"/>
          </p14:sldIdLst>
        </p14:section>
        <p14:section name="Conteúdo" id="{622ED79F-99EB-4974-8513-7190E14859A9}">
          <p14:sldIdLst>
            <p14:sldId id="275"/>
            <p14:sldId id="301"/>
            <p14:sldId id="302"/>
            <p14:sldId id="303"/>
          </p14:sldIdLst>
        </p14:section>
        <p14:section name="Fechamento" id="{FCAB1CB8-FF0A-4BA6-B0DF-CF7657ADDCC2}">
          <p14:sldIdLst>
            <p14:sldId id="304"/>
            <p14:sldId id="305"/>
            <p14:sldId id="306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B78"/>
    <a:srgbClr val="E60073"/>
    <a:srgbClr val="8CD5BE"/>
    <a:srgbClr val="FFD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32B2D-A84B-7C92-7BE3-6B1B862C5094}" v="4374" dt="2025-11-19T23:21:38.320"/>
    <p1510:client id="{92DAACE1-1460-E57E-0E4B-4BBE7285BCFE}" v="412" dt="2025-11-19T21:23:10.661"/>
    <p1510:client id="{F66A1844-59F6-28E9-4504-217F00C9914A}" v="416" dt="2025-11-19T22:10:45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 ANDRADE DE CAMPOS CORDEIRO" userId="S::19554866704@veigadealmeida.edu.br::556e0ea5-fcb7-4baa-b311-64a3ebbb6bc3" providerId="AD" clId="Web-{F66A1844-59F6-28E9-4504-217F00C9914A}"/>
    <pc:docChg chg="modSld sldOrd">
      <pc:chgData name="LUCAS  ANDRADE DE CAMPOS CORDEIRO" userId="S::19554866704@veigadealmeida.edu.br::556e0ea5-fcb7-4baa-b311-64a3ebbb6bc3" providerId="AD" clId="Web-{F66A1844-59F6-28E9-4504-217F00C9914A}" dt="2025-11-19T22:10:45.782" v="299" actId="1076"/>
      <pc:docMkLst>
        <pc:docMk/>
      </pc:docMkLst>
      <pc:sldChg chg="modSp ord">
        <pc:chgData name="LUCAS  ANDRADE DE CAMPOS CORDEIRO" userId="S::19554866704@veigadealmeida.edu.br::556e0ea5-fcb7-4baa-b311-64a3ebbb6bc3" providerId="AD" clId="Web-{F66A1844-59F6-28E9-4504-217F00C9914A}" dt="2025-11-19T20:22:17.289" v="67"/>
        <pc:sldMkLst>
          <pc:docMk/>
          <pc:sldMk cId="3179717893" sldId="268"/>
        </pc:sldMkLst>
        <pc:spChg chg="mod">
          <ac:chgData name="LUCAS  ANDRADE DE CAMPOS CORDEIRO" userId="S::19554866704@veigadealmeida.edu.br::556e0ea5-fcb7-4baa-b311-64a3ebbb6bc3" providerId="AD" clId="Web-{F66A1844-59F6-28E9-4504-217F00C9914A}" dt="2025-11-19T20:21:14.691" v="66" actId="20577"/>
          <ac:spMkLst>
            <pc:docMk/>
            <pc:sldMk cId="3179717893" sldId="268"/>
            <ac:spMk id="2" creationId="{5D390CDB-F571-A3CE-909A-9D4409DF5029}"/>
          </ac:spMkLst>
        </pc:spChg>
      </pc:sldChg>
      <pc:sldChg chg="modSp ord">
        <pc:chgData name="LUCAS  ANDRADE DE CAMPOS CORDEIRO" userId="S::19554866704@veigadealmeida.edu.br::556e0ea5-fcb7-4baa-b311-64a3ebbb6bc3" providerId="AD" clId="Web-{F66A1844-59F6-28E9-4504-217F00C9914A}" dt="2025-11-19T21:20:10.494" v="138" actId="20577"/>
        <pc:sldMkLst>
          <pc:docMk/>
          <pc:sldMk cId="2012233088" sldId="275"/>
        </pc:sldMkLst>
        <pc:spChg chg="mod">
          <ac:chgData name="LUCAS  ANDRADE DE CAMPOS CORDEIRO" userId="S::19554866704@veigadealmeida.edu.br::556e0ea5-fcb7-4baa-b311-64a3ebbb6bc3" providerId="AD" clId="Web-{F66A1844-59F6-28E9-4504-217F00C9914A}" dt="2025-11-19T21:20:10.494" v="138" actId="20577"/>
          <ac:spMkLst>
            <pc:docMk/>
            <pc:sldMk cId="2012233088" sldId="275"/>
            <ac:spMk id="4" creationId="{B77C098A-C837-6BD4-71B9-7315B6D28CBE}"/>
          </ac:spMkLst>
        </pc:spChg>
      </pc:sldChg>
      <pc:sldChg chg="modSp">
        <pc:chgData name="LUCAS  ANDRADE DE CAMPOS CORDEIRO" userId="S::19554866704@veigadealmeida.edu.br::556e0ea5-fcb7-4baa-b311-64a3ebbb6bc3" providerId="AD" clId="Web-{F66A1844-59F6-28E9-4504-217F00C9914A}" dt="2025-11-19T20:15:05.235" v="5" actId="20577"/>
        <pc:sldMkLst>
          <pc:docMk/>
          <pc:sldMk cId="2682183793" sldId="281"/>
        </pc:sldMkLst>
        <pc:spChg chg="mod">
          <ac:chgData name="LUCAS  ANDRADE DE CAMPOS CORDEIRO" userId="S::19554866704@veigadealmeida.edu.br::556e0ea5-fcb7-4baa-b311-64a3ebbb6bc3" providerId="AD" clId="Web-{F66A1844-59F6-28E9-4504-217F00C9914A}" dt="2025-11-19T20:15:05.235" v="5" actId="20577"/>
          <ac:spMkLst>
            <pc:docMk/>
            <pc:sldMk cId="2682183793" sldId="281"/>
            <ac:spMk id="12" creationId="{CE9325F9-32B3-2744-B6E2-42ED6F936244}"/>
          </ac:spMkLst>
        </pc:spChg>
      </pc:sldChg>
      <pc:sldChg chg="modSp">
        <pc:chgData name="LUCAS  ANDRADE DE CAMPOS CORDEIRO" userId="S::19554866704@veigadealmeida.edu.br::556e0ea5-fcb7-4baa-b311-64a3ebbb6bc3" providerId="AD" clId="Web-{F66A1844-59F6-28E9-4504-217F00C9914A}" dt="2025-11-19T20:15:14.016" v="7" actId="20577"/>
        <pc:sldMkLst>
          <pc:docMk/>
          <pc:sldMk cId="1607269071" sldId="299"/>
        </pc:sldMkLst>
        <pc:spChg chg="mod">
          <ac:chgData name="LUCAS  ANDRADE DE CAMPOS CORDEIRO" userId="S::19554866704@veigadealmeida.edu.br::556e0ea5-fcb7-4baa-b311-64a3ebbb6bc3" providerId="AD" clId="Web-{F66A1844-59F6-28E9-4504-217F00C9914A}" dt="2025-11-19T20:15:14.016" v="7" actId="20577"/>
          <ac:spMkLst>
            <pc:docMk/>
            <pc:sldMk cId="1607269071" sldId="299"/>
            <ac:spMk id="15" creationId="{6AEF939F-5600-4DD8-A056-D76CACF4EEE4}"/>
          </ac:spMkLst>
        </pc:spChg>
      </pc:sldChg>
      <pc:sldChg chg="modSp ord">
        <pc:chgData name="LUCAS  ANDRADE DE CAMPOS CORDEIRO" userId="S::19554866704@veigadealmeida.edu.br::556e0ea5-fcb7-4baa-b311-64a3ebbb6bc3" providerId="AD" clId="Web-{F66A1844-59F6-28E9-4504-217F00C9914A}" dt="2025-11-19T20:56:24.626" v="101" actId="20577"/>
        <pc:sldMkLst>
          <pc:docMk/>
          <pc:sldMk cId="3747680971" sldId="300"/>
        </pc:sldMkLst>
        <pc:spChg chg="mod">
          <ac:chgData name="LUCAS  ANDRADE DE CAMPOS CORDEIRO" userId="S::19554866704@veigadealmeida.edu.br::556e0ea5-fcb7-4baa-b311-64a3ebbb6bc3" providerId="AD" clId="Web-{F66A1844-59F6-28E9-4504-217F00C9914A}" dt="2025-11-19T20:56:24.626" v="101" actId="20577"/>
          <ac:spMkLst>
            <pc:docMk/>
            <pc:sldMk cId="3747680971" sldId="300"/>
            <ac:spMk id="15" creationId="{6AEF939F-5600-4DD8-A056-D76CACF4EEE4}"/>
          </ac:spMkLst>
        </pc:spChg>
        <pc:spChg chg="mod">
          <ac:chgData name="LUCAS  ANDRADE DE CAMPOS CORDEIRO" userId="S::19554866704@veigadealmeida.edu.br::556e0ea5-fcb7-4baa-b311-64a3ebbb6bc3" providerId="AD" clId="Web-{F66A1844-59F6-28E9-4504-217F00C9914A}" dt="2025-11-19T20:23:45.230" v="97" actId="1076"/>
          <ac:spMkLst>
            <pc:docMk/>
            <pc:sldMk cId="3747680971" sldId="300"/>
            <ac:spMk id="24" creationId="{AD7A561B-D2A9-4F17-A68A-B1220D0B07C9}"/>
          </ac:spMkLst>
        </pc:spChg>
      </pc:sldChg>
      <pc:sldChg chg="modSp">
        <pc:chgData name="LUCAS  ANDRADE DE CAMPOS CORDEIRO" userId="S::19554866704@veigadealmeida.edu.br::556e0ea5-fcb7-4baa-b311-64a3ebbb6bc3" providerId="AD" clId="Web-{F66A1844-59F6-28E9-4504-217F00C9914A}" dt="2025-11-19T21:49:13.600" v="259"/>
        <pc:sldMkLst>
          <pc:docMk/>
          <pc:sldMk cId="741923753" sldId="301"/>
        </pc:sldMkLst>
        <pc:spChg chg="mod">
          <ac:chgData name="LUCAS  ANDRADE DE CAMPOS CORDEIRO" userId="S::19554866704@veigadealmeida.edu.br::556e0ea5-fcb7-4baa-b311-64a3ebbb6bc3" providerId="AD" clId="Web-{F66A1844-59F6-28E9-4504-217F00C9914A}" dt="2025-11-19T21:27:37.886" v="163" actId="1076"/>
          <ac:spMkLst>
            <pc:docMk/>
            <pc:sldMk cId="741923753" sldId="301"/>
            <ac:spMk id="8" creationId="{7AF34142-CDC5-4A42-8F2B-FEA108F303D5}"/>
          </ac:spMkLst>
        </pc:spChg>
        <pc:spChg chg="mod">
          <ac:chgData name="LUCAS  ANDRADE DE CAMPOS CORDEIRO" userId="S::19554866704@veigadealmeida.edu.br::556e0ea5-fcb7-4baa-b311-64a3ebbb6bc3" providerId="AD" clId="Web-{F66A1844-59F6-28E9-4504-217F00C9914A}" dt="2025-11-19T21:38:56.991" v="188" actId="20577"/>
          <ac:spMkLst>
            <pc:docMk/>
            <pc:sldMk cId="741923753" sldId="301"/>
            <ac:spMk id="15" creationId="{6AEF939F-5600-4DD8-A056-D76CACF4EEE4}"/>
          </ac:spMkLst>
        </pc:spChg>
        <pc:spChg chg="mod">
          <ac:chgData name="LUCAS  ANDRADE DE CAMPOS CORDEIRO" userId="S::19554866704@veigadealmeida.edu.br::556e0ea5-fcb7-4baa-b311-64a3ebbb6bc3" providerId="AD" clId="Web-{F66A1844-59F6-28E9-4504-217F00C9914A}" dt="2025-11-19T21:41:18.372" v="235" actId="1076"/>
          <ac:spMkLst>
            <pc:docMk/>
            <pc:sldMk cId="741923753" sldId="301"/>
            <ac:spMk id="24" creationId="{AD7A561B-D2A9-4F17-A68A-B1220D0B07C9}"/>
          </ac:spMkLst>
        </pc:spChg>
        <pc:picChg chg="mod modCrop">
          <ac:chgData name="LUCAS  ANDRADE DE CAMPOS CORDEIRO" userId="S::19554866704@veigadealmeida.edu.br::556e0ea5-fcb7-4baa-b311-64a3ebbb6bc3" providerId="AD" clId="Web-{F66A1844-59F6-28E9-4504-217F00C9914A}" dt="2025-11-19T21:49:13.600" v="259"/>
          <ac:picMkLst>
            <pc:docMk/>
            <pc:sldMk cId="741923753" sldId="301"/>
            <ac:picMk id="5" creationId="{BD70E947-47BB-8144-88C3-D5015E5EB1A0}"/>
          </ac:picMkLst>
        </pc:picChg>
      </pc:sldChg>
      <pc:sldChg chg="modSp">
        <pc:chgData name="LUCAS  ANDRADE DE CAMPOS CORDEIRO" userId="S::19554866704@veigadealmeida.edu.br::556e0ea5-fcb7-4baa-b311-64a3ebbb6bc3" providerId="AD" clId="Web-{F66A1844-59F6-28E9-4504-217F00C9914A}" dt="2025-11-19T22:10:45.782" v="299" actId="1076"/>
        <pc:sldMkLst>
          <pc:docMk/>
          <pc:sldMk cId="2301773393" sldId="302"/>
        </pc:sldMkLst>
        <pc:spChg chg="mod">
          <ac:chgData name="LUCAS  ANDRADE DE CAMPOS CORDEIRO" userId="S::19554866704@veigadealmeida.edu.br::556e0ea5-fcb7-4baa-b311-64a3ebbb6bc3" providerId="AD" clId="Web-{F66A1844-59F6-28E9-4504-217F00C9914A}" dt="2025-11-19T21:41:57.451" v="241" actId="14100"/>
          <ac:spMkLst>
            <pc:docMk/>
            <pc:sldMk cId="2301773393" sldId="302"/>
            <ac:spMk id="9" creationId="{E43B647D-ED87-4C4C-9501-E39B9ACA7BB3}"/>
          </ac:spMkLst>
        </pc:spChg>
        <pc:spChg chg="mod">
          <ac:chgData name="LUCAS  ANDRADE DE CAMPOS CORDEIRO" userId="S::19554866704@veigadealmeida.edu.br::556e0ea5-fcb7-4baa-b311-64a3ebbb6bc3" providerId="AD" clId="Web-{F66A1844-59F6-28E9-4504-217F00C9914A}" dt="2025-11-19T22:10:45.782" v="299" actId="1076"/>
          <ac:spMkLst>
            <pc:docMk/>
            <pc:sldMk cId="2301773393" sldId="302"/>
            <ac:spMk id="15" creationId="{6AEF939F-5600-4DD8-A056-D76CACF4EEE4}"/>
          </ac:spMkLst>
        </pc:spChg>
        <pc:spChg chg="mod">
          <ac:chgData name="LUCAS  ANDRADE DE CAMPOS CORDEIRO" userId="S::19554866704@veigadealmeida.edu.br::556e0ea5-fcb7-4baa-b311-64a3ebbb6bc3" providerId="AD" clId="Web-{F66A1844-59F6-28E9-4504-217F00C9914A}" dt="2025-11-19T21:52:03.202" v="268" actId="1076"/>
          <ac:spMkLst>
            <pc:docMk/>
            <pc:sldMk cId="2301773393" sldId="302"/>
            <ac:spMk id="24" creationId="{AD7A561B-D2A9-4F17-A68A-B1220D0B07C9}"/>
          </ac:spMkLst>
        </pc:spChg>
        <pc:picChg chg="mod modCrop">
          <ac:chgData name="LUCAS  ANDRADE DE CAMPOS CORDEIRO" userId="S::19554866704@veigadealmeida.edu.br::556e0ea5-fcb7-4baa-b311-64a3ebbb6bc3" providerId="AD" clId="Web-{F66A1844-59F6-28E9-4504-217F00C9914A}" dt="2025-11-19T21:40:45.043" v="230"/>
          <ac:picMkLst>
            <pc:docMk/>
            <pc:sldMk cId="2301773393" sldId="302"/>
            <ac:picMk id="3" creationId="{F9DE058F-DDEC-46DC-BADB-7C7B97180E4A}"/>
          </ac:picMkLst>
        </pc:picChg>
        <pc:picChg chg="mod modCrop">
          <ac:chgData name="LUCAS  ANDRADE DE CAMPOS CORDEIRO" userId="S::19554866704@veigadealmeida.edu.br::556e0ea5-fcb7-4baa-b311-64a3ebbb6bc3" providerId="AD" clId="Web-{F66A1844-59F6-28E9-4504-217F00C9914A}" dt="2025-11-19T21:39:57.869" v="214" actId="1076"/>
          <ac:picMkLst>
            <pc:docMk/>
            <pc:sldMk cId="2301773393" sldId="302"/>
            <ac:picMk id="5" creationId="{F40495C2-A1D3-934D-A6A3-B36E130FE94C}"/>
          </ac:picMkLst>
        </pc:picChg>
      </pc:sldChg>
    </pc:docChg>
  </pc:docChgLst>
  <pc:docChgLst>
    <pc:chgData name="RAFAEL  DA SILVA ZANOBINE" userId="S::16819318774@veigadealmeida.edu.br::b32c870d-2b22-4692-aa2c-64d320476a0a" providerId="AD" clId="Web-{65432B2D-A84B-7C92-7BE3-6B1B862C5094}"/>
    <pc:docChg chg="addSld delSld modSld modSection">
      <pc:chgData name="RAFAEL  DA SILVA ZANOBINE" userId="S::16819318774@veigadealmeida.edu.br::b32c870d-2b22-4692-aa2c-64d320476a0a" providerId="AD" clId="Web-{65432B2D-A84B-7C92-7BE3-6B1B862C5094}" dt="2025-11-19T23:21:38.179" v="2260" actId="20577"/>
      <pc:docMkLst>
        <pc:docMk/>
      </pc:docMkLst>
      <pc:sldChg chg="modSp">
        <pc:chgData name="RAFAEL  DA SILVA ZANOBINE" userId="S::16819318774@veigadealmeida.edu.br::b32c870d-2b22-4692-aa2c-64d320476a0a" providerId="AD" clId="Web-{65432B2D-A84B-7C92-7BE3-6B1B862C5094}" dt="2025-11-19T21:50:18.715" v="475" actId="20577"/>
        <pc:sldMkLst>
          <pc:docMk/>
          <pc:sldMk cId="3693753990" sldId="273"/>
        </pc:sldMkLst>
        <pc:spChg chg="mod">
          <ac:chgData name="RAFAEL  DA SILVA ZANOBINE" userId="S::16819318774@veigadealmeida.edu.br::b32c870d-2b22-4692-aa2c-64d320476a0a" providerId="AD" clId="Web-{65432B2D-A84B-7C92-7BE3-6B1B862C5094}" dt="2025-11-19T21:35:26.638" v="264" actId="20577"/>
          <ac:spMkLst>
            <pc:docMk/>
            <pc:sldMk cId="3693753990" sldId="273"/>
            <ac:spMk id="12" creationId="{0067BBAC-9D8A-2D59-73AC-1EF19040612E}"/>
          </ac:spMkLst>
        </pc:spChg>
        <pc:spChg chg="mod">
          <ac:chgData name="RAFAEL  DA SILVA ZANOBINE" userId="S::16819318774@veigadealmeida.edu.br::b32c870d-2b22-4692-aa2c-64d320476a0a" providerId="AD" clId="Web-{65432B2D-A84B-7C92-7BE3-6B1B862C5094}" dt="2025-11-19T21:46:12.779" v="367" actId="20577"/>
          <ac:spMkLst>
            <pc:docMk/>
            <pc:sldMk cId="3693753990" sldId="273"/>
            <ac:spMk id="15" creationId="{94F8C64D-DB00-A616-01BC-2CE7129D25B5}"/>
          </ac:spMkLst>
        </pc:spChg>
        <pc:spChg chg="mod">
          <ac:chgData name="RAFAEL  DA SILVA ZANOBINE" userId="S::16819318774@veigadealmeida.edu.br::b32c870d-2b22-4692-aa2c-64d320476a0a" providerId="AD" clId="Web-{65432B2D-A84B-7C92-7BE3-6B1B862C5094}" dt="2025-11-19T21:50:18.715" v="475" actId="20577"/>
          <ac:spMkLst>
            <pc:docMk/>
            <pc:sldMk cId="3693753990" sldId="273"/>
            <ac:spMk id="17" creationId="{EAC267B3-6195-EBC8-E24A-F5CC5D6C619C}"/>
          </ac:spMkLst>
        </pc:spChg>
      </pc:sldChg>
      <pc:sldChg chg="modSp">
        <pc:chgData name="RAFAEL  DA SILVA ZANOBINE" userId="S::16819318774@veigadealmeida.edu.br::b32c870d-2b22-4692-aa2c-64d320476a0a" providerId="AD" clId="Web-{65432B2D-A84B-7C92-7BE3-6B1B862C5094}" dt="2025-11-19T21:52:33.553" v="486" actId="20577"/>
        <pc:sldMkLst>
          <pc:docMk/>
          <pc:sldMk cId="2012233088" sldId="275"/>
        </pc:sldMkLst>
        <pc:spChg chg="mod">
          <ac:chgData name="RAFAEL  DA SILVA ZANOBINE" userId="S::16819318774@veigadealmeida.edu.br::b32c870d-2b22-4692-aa2c-64d320476a0a" providerId="AD" clId="Web-{65432B2D-A84B-7C92-7BE3-6B1B862C5094}" dt="2025-11-19T21:52:33.553" v="486" actId="20577"/>
          <ac:spMkLst>
            <pc:docMk/>
            <pc:sldMk cId="2012233088" sldId="275"/>
            <ac:spMk id="4" creationId="{B77C098A-C837-6BD4-71B9-7315B6D28CBE}"/>
          </ac:spMkLst>
        </pc:spChg>
      </pc:sldChg>
      <pc:sldChg chg="modSp">
        <pc:chgData name="RAFAEL  DA SILVA ZANOBINE" userId="S::16819318774@veigadealmeida.edu.br::b32c870d-2b22-4692-aa2c-64d320476a0a" providerId="AD" clId="Web-{65432B2D-A84B-7C92-7BE3-6B1B862C5094}" dt="2025-11-19T21:52:27.959" v="484" actId="20577"/>
        <pc:sldMkLst>
          <pc:docMk/>
          <pc:sldMk cId="741923753" sldId="301"/>
        </pc:sldMkLst>
        <pc:spChg chg="mod">
          <ac:chgData name="RAFAEL  DA SILVA ZANOBINE" userId="S::16819318774@veigadealmeida.edu.br::b32c870d-2b22-4692-aa2c-64d320476a0a" providerId="AD" clId="Web-{65432B2D-A84B-7C92-7BE3-6B1B862C5094}" dt="2025-11-19T21:27:31.232" v="148" actId="1076"/>
          <ac:spMkLst>
            <pc:docMk/>
            <pc:sldMk cId="741923753" sldId="301"/>
            <ac:spMk id="8" creationId="{7AF34142-CDC5-4A42-8F2B-FEA108F303D5}"/>
          </ac:spMkLst>
        </pc:spChg>
        <pc:spChg chg="mod">
          <ac:chgData name="RAFAEL  DA SILVA ZANOBINE" userId="S::16819318774@veigadealmeida.edu.br::b32c870d-2b22-4692-aa2c-64d320476a0a" providerId="AD" clId="Web-{65432B2D-A84B-7C92-7BE3-6B1B862C5094}" dt="2025-11-19T21:52:27.959" v="484" actId="20577"/>
          <ac:spMkLst>
            <pc:docMk/>
            <pc:sldMk cId="741923753" sldId="301"/>
            <ac:spMk id="15" creationId="{6AEF939F-5600-4DD8-A056-D76CACF4EEE4}"/>
          </ac:spMkLst>
        </pc:spChg>
        <pc:picChg chg="mod">
          <ac:chgData name="RAFAEL  DA SILVA ZANOBINE" userId="S::16819318774@veigadealmeida.edu.br::b32c870d-2b22-4692-aa2c-64d320476a0a" providerId="AD" clId="Web-{65432B2D-A84B-7C92-7BE3-6B1B862C5094}" dt="2025-11-19T21:27:51.373" v="153" actId="14100"/>
          <ac:picMkLst>
            <pc:docMk/>
            <pc:sldMk cId="741923753" sldId="301"/>
            <ac:picMk id="3" creationId="{F9DE058F-DDEC-46DC-BADB-7C7B97180E4A}"/>
          </ac:picMkLst>
        </pc:picChg>
      </pc:sldChg>
      <pc:sldChg chg="modSp">
        <pc:chgData name="RAFAEL  DA SILVA ZANOBINE" userId="S::16819318774@veigadealmeida.edu.br::b32c870d-2b22-4692-aa2c-64d320476a0a" providerId="AD" clId="Web-{65432B2D-A84B-7C92-7BE3-6B1B862C5094}" dt="2025-11-19T21:52:18.584" v="482" actId="20577"/>
        <pc:sldMkLst>
          <pc:docMk/>
          <pc:sldMk cId="2301773393" sldId="302"/>
        </pc:sldMkLst>
        <pc:spChg chg="mod">
          <ac:chgData name="RAFAEL  DA SILVA ZANOBINE" userId="S::16819318774@veigadealmeida.edu.br::b32c870d-2b22-4692-aa2c-64d320476a0a" providerId="AD" clId="Web-{65432B2D-A84B-7C92-7BE3-6B1B862C5094}" dt="2025-11-19T21:41:39.670" v="290" actId="20577"/>
          <ac:spMkLst>
            <pc:docMk/>
            <pc:sldMk cId="2301773393" sldId="302"/>
            <ac:spMk id="13" creationId="{ED8D67F4-E8C4-40C4-AA77-8A862D440044}"/>
          </ac:spMkLst>
        </pc:spChg>
        <pc:spChg chg="mod">
          <ac:chgData name="RAFAEL  DA SILVA ZANOBINE" userId="S::16819318774@veigadealmeida.edu.br::b32c870d-2b22-4692-aa2c-64d320476a0a" providerId="AD" clId="Web-{65432B2D-A84B-7C92-7BE3-6B1B862C5094}" dt="2025-11-19T21:52:18.584" v="482" actId="20577"/>
          <ac:spMkLst>
            <pc:docMk/>
            <pc:sldMk cId="2301773393" sldId="302"/>
            <ac:spMk id="15" creationId="{6AEF939F-5600-4DD8-A056-D76CACF4EEE4}"/>
          </ac:spMkLst>
        </pc:spChg>
      </pc:sldChg>
      <pc:sldChg chg="addSp delSp modSp">
        <pc:chgData name="RAFAEL  DA SILVA ZANOBINE" userId="S::16819318774@veigadealmeida.edu.br::b32c870d-2b22-4692-aa2c-64d320476a0a" providerId="AD" clId="Web-{65432B2D-A84B-7C92-7BE3-6B1B862C5094}" dt="2025-11-19T23:21:38.179" v="2260" actId="20577"/>
        <pc:sldMkLst>
          <pc:docMk/>
          <pc:sldMk cId="3960056230" sldId="303"/>
        </pc:sldMkLst>
        <pc:spChg chg="add del mod">
          <ac:chgData name="RAFAEL  DA SILVA ZANOBINE" userId="S::16819318774@veigadealmeida.edu.br::b32c870d-2b22-4692-aa2c-64d320476a0a" providerId="AD" clId="Web-{65432B2D-A84B-7C92-7BE3-6B1B862C5094}" dt="2025-11-19T22:26:18.121" v="2038"/>
          <ac:spMkLst>
            <pc:docMk/>
            <pc:sldMk cId="3960056230" sldId="303"/>
            <ac:spMk id="2" creationId="{A9A96773-7B42-C759-1927-A010CE90085D}"/>
          </ac:spMkLst>
        </pc:spChg>
        <pc:spChg chg="mod">
          <ac:chgData name="RAFAEL  DA SILVA ZANOBINE" userId="S::16819318774@veigadealmeida.edu.br::b32c870d-2b22-4692-aa2c-64d320476a0a" providerId="AD" clId="Web-{65432B2D-A84B-7C92-7BE3-6B1B862C5094}" dt="2025-11-19T22:26:06.556" v="2037" actId="20577"/>
          <ac:spMkLst>
            <pc:docMk/>
            <pc:sldMk cId="3960056230" sldId="303"/>
            <ac:spMk id="15" creationId="{6AEF939F-5600-4DD8-A056-D76CACF4EEE4}"/>
          </ac:spMkLst>
        </pc:spChg>
        <pc:spChg chg="mod">
          <ac:chgData name="RAFAEL  DA SILVA ZANOBINE" userId="S::16819318774@veigadealmeida.edu.br::b32c870d-2b22-4692-aa2c-64d320476a0a" providerId="AD" clId="Web-{65432B2D-A84B-7C92-7BE3-6B1B862C5094}" dt="2025-11-19T23:21:38.179" v="2260" actId="20577"/>
          <ac:spMkLst>
            <pc:docMk/>
            <pc:sldMk cId="3960056230" sldId="303"/>
            <ac:spMk id="24" creationId="{AD7A561B-D2A9-4F17-A68A-B1220D0B07C9}"/>
          </ac:spMkLst>
        </pc:spChg>
        <pc:grpChg chg="mod">
          <ac:chgData name="RAFAEL  DA SILVA ZANOBINE" userId="S::16819318774@veigadealmeida.edu.br::b32c870d-2b22-4692-aa2c-64d320476a0a" providerId="AD" clId="Web-{65432B2D-A84B-7C92-7BE3-6B1B862C5094}" dt="2025-11-19T22:25:45.191" v="2018" actId="1076"/>
          <ac:grpSpMkLst>
            <pc:docMk/>
            <pc:sldMk cId="3960056230" sldId="303"/>
            <ac:grpSpMk id="11" creationId="{D28F2AC6-98A4-A4E3-8CEC-B227C1F48D95}"/>
          </ac:grpSpMkLst>
        </pc:grpChg>
        <pc:picChg chg="mod">
          <ac:chgData name="RAFAEL  DA SILVA ZANOBINE" userId="S::16819318774@veigadealmeida.edu.br::b32c870d-2b22-4692-aa2c-64d320476a0a" providerId="AD" clId="Web-{65432B2D-A84B-7C92-7BE3-6B1B862C5094}" dt="2025-11-19T22:25:38.971" v="2017" actId="1076"/>
          <ac:picMkLst>
            <pc:docMk/>
            <pc:sldMk cId="3960056230" sldId="303"/>
            <ac:picMk id="3" creationId="{F9DE058F-DDEC-46DC-BADB-7C7B97180E4A}"/>
          </ac:picMkLst>
        </pc:picChg>
      </pc:sldChg>
      <pc:sldChg chg="modSp add del replId">
        <pc:chgData name="RAFAEL  DA SILVA ZANOBINE" userId="S::16819318774@veigadealmeida.edu.br::b32c870d-2b22-4692-aa2c-64d320476a0a" providerId="AD" clId="Web-{65432B2D-A84B-7C92-7BE3-6B1B862C5094}" dt="2025-11-19T23:21:26.179" v="2258"/>
        <pc:sldMkLst>
          <pc:docMk/>
          <pc:sldMk cId="2860794289" sldId="307"/>
        </pc:sldMkLst>
        <pc:spChg chg="mod">
          <ac:chgData name="RAFAEL  DA SILVA ZANOBINE" userId="S::16819318774@veigadealmeida.edu.br::b32c870d-2b22-4692-aa2c-64d320476a0a" providerId="AD" clId="Web-{65432B2D-A84B-7C92-7BE3-6B1B862C5094}" dt="2025-11-19T23:14:29.828" v="2257" actId="20577"/>
          <ac:spMkLst>
            <pc:docMk/>
            <pc:sldMk cId="2860794289" sldId="307"/>
            <ac:spMk id="15" creationId="{1A76F21C-2E84-7C83-B2E9-B168AE12ED02}"/>
          </ac:spMkLst>
        </pc:spChg>
      </pc:sldChg>
    </pc:docChg>
  </pc:docChgLst>
  <pc:docChgLst>
    <pc:chgData name="RAFAEL  DA SILVA ZANOBINE" userId="S::16819318774@veigadealmeida.edu.br::b32c870d-2b22-4692-aa2c-64d320476a0a" providerId="AD" clId="Web-{92DAACE1-1460-E57E-0E4B-4BBE7285BCFE}"/>
    <pc:docChg chg="modSld sldOrd">
      <pc:chgData name="RAFAEL  DA SILVA ZANOBINE" userId="S::16819318774@veigadealmeida.edu.br::b32c870d-2b22-4692-aa2c-64d320476a0a" providerId="AD" clId="Web-{92DAACE1-1460-E57E-0E4B-4BBE7285BCFE}" dt="2025-11-19T21:23:10.661" v="217" actId="20577"/>
      <pc:docMkLst>
        <pc:docMk/>
      </pc:docMkLst>
      <pc:sldChg chg="ord">
        <pc:chgData name="RAFAEL  DA SILVA ZANOBINE" userId="S::16819318774@veigadealmeida.edu.br::b32c870d-2b22-4692-aa2c-64d320476a0a" providerId="AD" clId="Web-{92DAACE1-1460-E57E-0E4B-4BBE7285BCFE}" dt="2025-11-19T20:20:29.438" v="2"/>
        <pc:sldMkLst>
          <pc:docMk/>
          <pc:sldMk cId="3179717893" sldId="268"/>
        </pc:sldMkLst>
      </pc:sldChg>
      <pc:sldChg chg="modSp">
        <pc:chgData name="RAFAEL  DA SILVA ZANOBINE" userId="S::16819318774@veigadealmeida.edu.br::b32c870d-2b22-4692-aa2c-64d320476a0a" providerId="AD" clId="Web-{92DAACE1-1460-E57E-0E4B-4BBE7285BCFE}" dt="2025-11-19T21:13:51.316" v="194" actId="20577"/>
        <pc:sldMkLst>
          <pc:docMk/>
          <pc:sldMk cId="3693753990" sldId="273"/>
        </pc:sldMkLst>
        <pc:spChg chg="mod">
          <ac:chgData name="RAFAEL  DA SILVA ZANOBINE" userId="S::16819318774@veigadealmeida.edu.br::b32c870d-2b22-4692-aa2c-64d320476a0a" providerId="AD" clId="Web-{92DAACE1-1460-E57E-0E4B-4BBE7285BCFE}" dt="2025-11-19T21:03:59.559" v="42" actId="20577"/>
          <ac:spMkLst>
            <pc:docMk/>
            <pc:sldMk cId="3693753990" sldId="273"/>
            <ac:spMk id="2" creationId="{A5C4BB68-5FD4-9C06-C582-779BDD766E42}"/>
          </ac:spMkLst>
        </pc:spChg>
        <pc:spChg chg="mod">
          <ac:chgData name="RAFAEL  DA SILVA ZANOBINE" userId="S::16819318774@veigadealmeida.edu.br::b32c870d-2b22-4692-aa2c-64d320476a0a" providerId="AD" clId="Web-{92DAACE1-1460-E57E-0E4B-4BBE7285BCFE}" dt="2025-11-19T21:13:00.422" v="165" actId="20577"/>
          <ac:spMkLst>
            <pc:docMk/>
            <pc:sldMk cId="3693753990" sldId="273"/>
            <ac:spMk id="5" creationId="{33B52886-40EF-65CE-A876-2C447DD9904C}"/>
          </ac:spMkLst>
        </pc:spChg>
        <pc:spChg chg="mod">
          <ac:chgData name="RAFAEL  DA SILVA ZANOBINE" userId="S::16819318774@veigadealmeida.edu.br::b32c870d-2b22-4692-aa2c-64d320476a0a" providerId="AD" clId="Web-{92DAACE1-1460-E57E-0E4B-4BBE7285BCFE}" dt="2025-11-19T21:13:51.316" v="194" actId="20577"/>
          <ac:spMkLst>
            <pc:docMk/>
            <pc:sldMk cId="3693753990" sldId="273"/>
            <ac:spMk id="7" creationId="{9BA07B91-F7C6-E4EB-B694-BCA8C8CF2249}"/>
          </ac:spMkLst>
        </pc:spChg>
      </pc:sldChg>
      <pc:sldChg chg="modSp">
        <pc:chgData name="RAFAEL  DA SILVA ZANOBINE" userId="S::16819318774@veigadealmeida.edu.br::b32c870d-2b22-4692-aa2c-64d320476a0a" providerId="AD" clId="Web-{92DAACE1-1460-E57E-0E4B-4BBE7285BCFE}" dt="2025-11-19T21:21:12.831" v="215" actId="20577"/>
        <pc:sldMkLst>
          <pc:docMk/>
          <pc:sldMk cId="2012233088" sldId="275"/>
        </pc:sldMkLst>
        <pc:spChg chg="mod">
          <ac:chgData name="RAFAEL  DA SILVA ZANOBINE" userId="S::16819318774@veigadealmeida.edu.br::b32c870d-2b22-4692-aa2c-64d320476a0a" providerId="AD" clId="Web-{92DAACE1-1460-E57E-0E4B-4BBE7285BCFE}" dt="2025-11-19T21:21:12.831" v="215" actId="20577"/>
          <ac:spMkLst>
            <pc:docMk/>
            <pc:sldMk cId="2012233088" sldId="275"/>
            <ac:spMk id="4" creationId="{B77C098A-C837-6BD4-71B9-7315B6D28CBE}"/>
          </ac:spMkLst>
        </pc:spChg>
      </pc:sldChg>
      <pc:sldChg chg="modSp">
        <pc:chgData name="RAFAEL  DA SILVA ZANOBINE" userId="S::16819318774@veigadealmeida.edu.br::b32c870d-2b22-4692-aa2c-64d320476a0a" providerId="AD" clId="Web-{92DAACE1-1460-E57E-0E4B-4BBE7285BCFE}" dt="2025-11-19T20:14:39.850" v="1" actId="20577"/>
        <pc:sldMkLst>
          <pc:docMk/>
          <pc:sldMk cId="2682183793" sldId="281"/>
        </pc:sldMkLst>
        <pc:spChg chg="mod">
          <ac:chgData name="RAFAEL  DA SILVA ZANOBINE" userId="S::16819318774@veigadealmeida.edu.br::b32c870d-2b22-4692-aa2c-64d320476a0a" providerId="AD" clId="Web-{92DAACE1-1460-E57E-0E4B-4BBE7285BCFE}" dt="2025-11-19T20:14:39.850" v="1" actId="20577"/>
          <ac:spMkLst>
            <pc:docMk/>
            <pc:sldMk cId="2682183793" sldId="281"/>
            <ac:spMk id="24" creationId="{AD7A561B-D2A9-4F17-A68A-B1220D0B07C9}"/>
          </ac:spMkLst>
        </pc:spChg>
      </pc:sldChg>
      <pc:sldChg chg="modSp">
        <pc:chgData name="RAFAEL  DA SILVA ZANOBINE" userId="S::16819318774@veigadealmeida.edu.br::b32c870d-2b22-4692-aa2c-64d320476a0a" providerId="AD" clId="Web-{92DAACE1-1460-E57E-0E4B-4BBE7285BCFE}" dt="2025-11-19T21:06:17.342" v="113" actId="20577"/>
        <pc:sldMkLst>
          <pc:docMk/>
          <pc:sldMk cId="3747680971" sldId="300"/>
        </pc:sldMkLst>
        <pc:spChg chg="mod">
          <ac:chgData name="RAFAEL  DA SILVA ZANOBINE" userId="S::16819318774@veigadealmeida.edu.br::b32c870d-2b22-4692-aa2c-64d320476a0a" providerId="AD" clId="Web-{92DAACE1-1460-E57E-0E4B-4BBE7285BCFE}" dt="2025-11-19T21:06:17.342" v="113" actId="20577"/>
          <ac:spMkLst>
            <pc:docMk/>
            <pc:sldMk cId="3747680971" sldId="300"/>
            <ac:spMk id="15" creationId="{6AEF939F-5600-4DD8-A056-D76CACF4EEE4}"/>
          </ac:spMkLst>
        </pc:spChg>
      </pc:sldChg>
      <pc:sldChg chg="modSp">
        <pc:chgData name="RAFAEL  DA SILVA ZANOBINE" userId="S::16819318774@veigadealmeida.edu.br::b32c870d-2b22-4692-aa2c-64d320476a0a" providerId="AD" clId="Web-{92DAACE1-1460-E57E-0E4B-4BBE7285BCFE}" dt="2025-11-19T21:23:10.661" v="217" actId="20577"/>
        <pc:sldMkLst>
          <pc:docMk/>
          <pc:sldMk cId="741923753" sldId="301"/>
        </pc:sldMkLst>
        <pc:spChg chg="mod">
          <ac:chgData name="RAFAEL  DA SILVA ZANOBINE" userId="S::16819318774@veigadealmeida.edu.br::b32c870d-2b22-4692-aa2c-64d320476a0a" providerId="AD" clId="Web-{92DAACE1-1460-E57E-0E4B-4BBE7285BCFE}" dt="2025-11-19T21:23:10.661" v="217" actId="20577"/>
          <ac:spMkLst>
            <pc:docMk/>
            <pc:sldMk cId="741923753" sldId="301"/>
            <ac:spMk id="15" creationId="{6AEF939F-5600-4DD8-A056-D76CACF4EEE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16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54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47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108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3635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9885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10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6748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61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002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2607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B659D-1A9A-43F9-8DE4-01BA4667CB8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36674-46D5-4DE6-BFC3-A82968B03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30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10" Type="http://schemas.microsoft.com/office/2007/relationships/hdphoto" Target="../media/hdphoto3.wdp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43B647D-ED87-4C4C-9501-E39B9ACA7BB3}"/>
              </a:ext>
            </a:extLst>
          </p:cNvPr>
          <p:cNvSpPr/>
          <p:nvPr/>
        </p:nvSpPr>
        <p:spPr>
          <a:xfrm>
            <a:off x="0" y="0"/>
            <a:ext cx="7761514" cy="6858000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C7D9C0E3-F4F5-4BAE-A47A-6618E873D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82" y="652385"/>
            <a:ext cx="2124958" cy="826127"/>
          </a:xfrm>
          <a:prstGeom prst="rect">
            <a:avLst/>
          </a:prstGeom>
        </p:spPr>
      </p:pic>
      <p:pic>
        <p:nvPicPr>
          <p:cNvPr id="4" name="Imagem 3" descr="Mulher com vestido azul&#10;&#10;Descrição gerada automaticamente">
            <a:extLst>
              <a:ext uri="{FF2B5EF4-FFF2-40B4-BE49-F238E27FC236}">
                <a16:creationId xmlns:a16="http://schemas.microsoft.com/office/drawing/2014/main" id="{327D5067-7B7E-8248-A804-690F47856C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3" r="5329"/>
          <a:stretch/>
        </p:blipFill>
        <p:spPr>
          <a:xfrm flipH="1">
            <a:off x="4816258" y="328111"/>
            <a:ext cx="7045118" cy="6212909"/>
          </a:xfrm>
          <a:prstGeom prst="rect">
            <a:avLst/>
          </a:prstGeom>
        </p:spPr>
      </p:pic>
      <p:pic>
        <p:nvPicPr>
          <p:cNvPr id="18" name="Imagem 17" descr="Forma, Retângulo&#10;&#10;Descrição gerada automaticamente">
            <a:extLst>
              <a:ext uri="{FF2B5EF4-FFF2-40B4-BE49-F238E27FC236}">
                <a16:creationId xmlns:a16="http://schemas.microsoft.com/office/drawing/2014/main" id="{FE4342F0-376A-4665-AFAD-12CE7F2BFE5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"/>
          <a:stretch/>
        </p:blipFill>
        <p:spPr>
          <a:xfrm>
            <a:off x="0" y="1267552"/>
            <a:ext cx="8816732" cy="4322895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AD7A561B-D2A9-4F17-A68A-B1220D0B07C9}"/>
              </a:ext>
            </a:extLst>
          </p:cNvPr>
          <p:cNvSpPr txBox="1"/>
          <p:nvPr/>
        </p:nvSpPr>
        <p:spPr>
          <a:xfrm>
            <a:off x="369723" y="2706174"/>
            <a:ext cx="75438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n-US" sz="3200" b="1">
                <a:solidFill>
                  <a:srgbClr val="004B78"/>
                </a:solidFill>
                <a:latin typeface="Arial"/>
                <a:cs typeface="Arial"/>
              </a:rPr>
              <a:t>CURSO DE CIÊNCIA DA COMPUTAÇÃO</a:t>
            </a:r>
            <a:endParaRPr lang="en-US" sz="3200" b="1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AutoShape 2">
            <a:extLst>
              <a:ext uri="{FF2B5EF4-FFF2-40B4-BE49-F238E27FC236}">
                <a16:creationId xmlns:a16="http://schemas.microsoft.com/office/drawing/2014/main" id="{26BCAE76-36E1-4020-B5CF-69D615ED88A1}"/>
              </a:ext>
            </a:extLst>
          </p:cNvPr>
          <p:cNvSpPr/>
          <p:nvPr/>
        </p:nvSpPr>
        <p:spPr>
          <a:xfrm>
            <a:off x="369724" y="4390465"/>
            <a:ext cx="874129" cy="107948"/>
          </a:xfrm>
          <a:prstGeom prst="rect">
            <a:avLst/>
          </a:prstGeom>
          <a:solidFill>
            <a:srgbClr val="004B78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7744D17-678C-49E3-88E4-9024E3910083}"/>
              </a:ext>
            </a:extLst>
          </p:cNvPr>
          <p:cNvSpPr/>
          <p:nvPr/>
        </p:nvSpPr>
        <p:spPr>
          <a:xfrm>
            <a:off x="280706" y="1932437"/>
            <a:ext cx="6695381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300" b="0" i="0"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CAMPUS TIJUCA</a:t>
            </a:r>
            <a:endParaRPr lang="en-US" sz="1300" i="0">
              <a:solidFill>
                <a:srgbClr val="004B7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3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E9325F9-32B3-2744-B6E2-42ED6F936244}"/>
              </a:ext>
            </a:extLst>
          </p:cNvPr>
          <p:cNvSpPr/>
          <p:nvPr/>
        </p:nvSpPr>
        <p:spPr>
          <a:xfrm>
            <a:off x="282041" y="4485297"/>
            <a:ext cx="6695381" cy="6924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en-US" sz="1300" b="0" i="0"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>
                <a:solidFill>
                  <a:srgbClr val="004B78"/>
                </a:solidFill>
                <a:latin typeface="Arial"/>
                <a:cs typeface="Arial"/>
              </a:rPr>
              <a:t>11</a:t>
            </a:r>
            <a:r>
              <a:rPr lang="en-US" sz="1300" i="0">
                <a:solidFill>
                  <a:srgbClr val="004B78"/>
                </a:solidFill>
                <a:effectLst/>
                <a:latin typeface="Arial"/>
                <a:cs typeface="Arial"/>
              </a:rPr>
              <a:t> / </a:t>
            </a:r>
            <a:r>
              <a:rPr lang="en-US" sz="1300">
                <a:solidFill>
                  <a:srgbClr val="004B78"/>
                </a:solidFill>
                <a:latin typeface="Arial"/>
                <a:cs typeface="Arial"/>
              </a:rPr>
              <a:t>2025</a:t>
            </a:r>
            <a:endParaRPr lang="en-US" sz="1300" i="0">
              <a:solidFill>
                <a:srgbClr val="004B7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3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183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43B647D-ED87-4C4C-9501-E39B9ACA7BB3}"/>
              </a:ext>
            </a:extLst>
          </p:cNvPr>
          <p:cNvSpPr/>
          <p:nvPr/>
        </p:nvSpPr>
        <p:spPr>
          <a:xfrm>
            <a:off x="0" y="0"/>
            <a:ext cx="4787900" cy="6858000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Pessoas sentadas ao redor de uma mesa&#10;&#10;Descrição gerada automaticamente">
            <a:extLst>
              <a:ext uri="{FF2B5EF4-FFF2-40B4-BE49-F238E27FC236}">
                <a16:creationId xmlns:a16="http://schemas.microsoft.com/office/drawing/2014/main" id="{EB7D01D3-5E92-AF40-BBC3-118181FAA3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05" r="21205"/>
          <a:stretch/>
        </p:blipFill>
        <p:spPr>
          <a:xfrm>
            <a:off x="1022913" y="1976854"/>
            <a:ext cx="4140200" cy="4043917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AD7A561B-D2A9-4F17-A68A-B1220D0B07C9}"/>
              </a:ext>
            </a:extLst>
          </p:cNvPr>
          <p:cNvSpPr txBox="1"/>
          <p:nvPr/>
        </p:nvSpPr>
        <p:spPr>
          <a:xfrm>
            <a:off x="5538325" y="2546517"/>
            <a:ext cx="628563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n-US" sz="3000" b="1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DEFESA DA MONOGRAFIA II</a:t>
            </a:r>
          </a:p>
        </p:txBody>
      </p:sp>
      <p:pic>
        <p:nvPicPr>
          <p:cNvPr id="11" name="Imagem 10" descr="Logotipo&#10;&#10;Descrição gerada automaticamente">
            <a:extLst>
              <a:ext uri="{FF2B5EF4-FFF2-40B4-BE49-F238E27FC236}">
                <a16:creationId xmlns:a16="http://schemas.microsoft.com/office/drawing/2014/main" id="{09162ED6-3773-40F4-871F-8408BDC42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82" y="652385"/>
            <a:ext cx="2124958" cy="82612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9DE058F-DDEC-46DC-BADB-7C7B97180E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6" t="2755" b="-59857"/>
          <a:stretch/>
        </p:blipFill>
        <p:spPr>
          <a:xfrm>
            <a:off x="5113782" y="6439988"/>
            <a:ext cx="6710178" cy="284662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6AEF939F-5600-4DD8-A056-D76CACF4EEE4}"/>
              </a:ext>
            </a:extLst>
          </p:cNvPr>
          <p:cNvSpPr/>
          <p:nvPr/>
        </p:nvSpPr>
        <p:spPr>
          <a:xfrm>
            <a:off x="5496598" y="3235074"/>
            <a:ext cx="5583777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i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rPr>
              <a:t>SEMESTRE </a:t>
            </a:r>
            <a:r>
              <a:rPr lang="en-US" sz="1400" b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2025.2</a:t>
            </a:r>
            <a:endParaRPr lang="pt-BR" sz="1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26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43B647D-ED87-4C4C-9501-E39B9ACA7BB3}"/>
              </a:ext>
            </a:extLst>
          </p:cNvPr>
          <p:cNvSpPr/>
          <p:nvPr/>
        </p:nvSpPr>
        <p:spPr>
          <a:xfrm>
            <a:off x="0" y="0"/>
            <a:ext cx="2797629" cy="6858000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AD7A561B-D2A9-4F17-A68A-B1220D0B07C9}"/>
              </a:ext>
            </a:extLst>
          </p:cNvPr>
          <p:cNvSpPr txBox="1"/>
          <p:nvPr/>
        </p:nvSpPr>
        <p:spPr>
          <a:xfrm>
            <a:off x="3168610" y="834615"/>
            <a:ext cx="628563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n-US" sz="3000" b="1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SUMÁRIO</a:t>
            </a:r>
          </a:p>
        </p:txBody>
      </p:sp>
      <p:pic>
        <p:nvPicPr>
          <p:cNvPr id="11" name="Imagem 10" descr="Logotipo&#10;&#10;Descrição gerada automaticamente">
            <a:extLst>
              <a:ext uri="{FF2B5EF4-FFF2-40B4-BE49-F238E27FC236}">
                <a16:creationId xmlns:a16="http://schemas.microsoft.com/office/drawing/2014/main" id="{09162ED6-3773-40F4-871F-8408BDC42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82" y="652385"/>
            <a:ext cx="2124958" cy="82612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9DE058F-DDEC-46DC-BADB-7C7B97180E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7" t="-227169" r="-1" b="-59858"/>
          <a:stretch/>
        </p:blipFill>
        <p:spPr>
          <a:xfrm>
            <a:off x="3168611" y="6023385"/>
            <a:ext cx="8655350" cy="701265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5C4BB68-5FD4-9C06-C582-779BDD766E42}"/>
              </a:ext>
            </a:extLst>
          </p:cNvPr>
          <p:cNvSpPr/>
          <p:nvPr/>
        </p:nvSpPr>
        <p:spPr>
          <a:xfrm>
            <a:off x="3816311" y="1558674"/>
            <a:ext cx="4942802" cy="116955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>
                <a:solidFill>
                  <a:srgbClr val="004B78"/>
                </a:solidFill>
                <a:latin typeface="Arial"/>
                <a:cs typeface="Arial"/>
              </a:rPr>
              <a:t>APRESENTAÇÃO</a:t>
            </a:r>
            <a:endParaRPr lang="en-US" sz="1400" b="1" i="0">
              <a:solidFill>
                <a:srgbClr val="004B78"/>
              </a:solidFill>
              <a:effectLst/>
              <a:latin typeface="Arial"/>
              <a:cs typeface="Arial"/>
            </a:endParaRPr>
          </a:p>
          <a:p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MASTER TECH.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Integrantes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 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Orientador</a:t>
            </a:r>
            <a:endParaRPr lang="en-US" sz="1400" err="1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5CA83A-8FA4-E9CD-17D4-887A4A27412D}"/>
              </a:ext>
            </a:extLst>
          </p:cNvPr>
          <p:cNvSpPr/>
          <p:nvPr/>
        </p:nvSpPr>
        <p:spPr>
          <a:xfrm>
            <a:off x="2797629" y="1499668"/>
            <a:ext cx="9696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01.</a:t>
            </a: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3B52886-40EF-65CE-A876-2C447DD9904C}"/>
              </a:ext>
            </a:extLst>
          </p:cNvPr>
          <p:cNvSpPr/>
          <p:nvPr/>
        </p:nvSpPr>
        <p:spPr>
          <a:xfrm>
            <a:off x="3816311" y="2353060"/>
            <a:ext cx="4942802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i="0">
                <a:solidFill>
                  <a:srgbClr val="004B78"/>
                </a:solidFill>
                <a:effectLst/>
                <a:latin typeface="Arial"/>
                <a:cs typeface="Arial"/>
              </a:rPr>
              <a:t>OBJETIVO</a:t>
            </a:r>
          </a:p>
          <a:p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Objetivo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do Master Tech</a:t>
            </a:r>
            <a:endParaRPr lang="en-US"/>
          </a:p>
          <a:p>
            <a:endParaRPr lang="en-US" sz="1400" b="1" i="0">
              <a:solidFill>
                <a:srgbClr val="004B7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37408F4-37AA-F0E3-C70A-A8CBC82BFB5E}"/>
              </a:ext>
            </a:extLst>
          </p:cNvPr>
          <p:cNvSpPr/>
          <p:nvPr/>
        </p:nvSpPr>
        <p:spPr>
          <a:xfrm>
            <a:off x="2797629" y="2294054"/>
            <a:ext cx="9696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02.</a:t>
            </a: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BA07B91-F7C6-E4EB-B694-BCA8C8CF2249}"/>
              </a:ext>
            </a:extLst>
          </p:cNvPr>
          <p:cNvSpPr/>
          <p:nvPr/>
        </p:nvSpPr>
        <p:spPr>
          <a:xfrm>
            <a:off x="3816311" y="3207903"/>
            <a:ext cx="4942802" cy="116955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i="0">
                <a:solidFill>
                  <a:srgbClr val="004B78"/>
                </a:solidFill>
                <a:effectLst/>
                <a:latin typeface="Arial"/>
                <a:cs typeface="Arial"/>
              </a:rPr>
              <a:t>INTRODUÇÃO</a:t>
            </a:r>
          </a:p>
          <a:p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 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é o Master Tech?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endParaRPr lang="en-US" sz="1400" i="0"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9EAC3D8-529E-3A8F-4EE0-5F98ABB0904F}"/>
              </a:ext>
            </a:extLst>
          </p:cNvPr>
          <p:cNvSpPr/>
          <p:nvPr/>
        </p:nvSpPr>
        <p:spPr>
          <a:xfrm>
            <a:off x="2797629" y="3148897"/>
            <a:ext cx="9696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03.</a:t>
            </a: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067BBAC-9D8A-2D59-73AC-1EF19040612E}"/>
              </a:ext>
            </a:extLst>
          </p:cNvPr>
          <p:cNvSpPr/>
          <p:nvPr/>
        </p:nvSpPr>
        <p:spPr>
          <a:xfrm>
            <a:off x="3814601" y="4058949"/>
            <a:ext cx="4942802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i="0">
                <a:solidFill>
                  <a:srgbClr val="004B78"/>
                </a:solidFill>
                <a:effectLst/>
                <a:latin typeface="Arial"/>
                <a:cs typeface="Arial"/>
              </a:rPr>
              <a:t>FUNDAMENTAÇÃO TEÓRICA</a:t>
            </a:r>
          </a:p>
          <a:p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Em 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ideia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 Master Tech 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foi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baseado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?</a:t>
            </a:r>
          </a:p>
          <a:p>
            <a:endParaRPr lang="en-US" sz="1400" b="1" i="0">
              <a:solidFill>
                <a:srgbClr val="004B7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1C2E11F-C190-DD3E-AFD1-82A7A40C185A}"/>
              </a:ext>
            </a:extLst>
          </p:cNvPr>
          <p:cNvSpPr/>
          <p:nvPr/>
        </p:nvSpPr>
        <p:spPr>
          <a:xfrm>
            <a:off x="2795919" y="3999943"/>
            <a:ext cx="9696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04.</a:t>
            </a: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4F8C64D-DB00-A616-01BC-2CE7129D25B5}"/>
              </a:ext>
            </a:extLst>
          </p:cNvPr>
          <p:cNvSpPr/>
          <p:nvPr/>
        </p:nvSpPr>
        <p:spPr>
          <a:xfrm>
            <a:off x="3814601" y="4993888"/>
            <a:ext cx="4942802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>
                <a:solidFill>
                  <a:srgbClr val="004B78"/>
                </a:solidFill>
                <a:latin typeface="Arial"/>
                <a:cs typeface="Arial"/>
              </a:rPr>
              <a:t>PRINCIPAIS FUNCIONALIDADES</a:t>
            </a:r>
          </a:p>
          <a:p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 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Acesso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 do 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Usuário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.</a:t>
            </a:r>
            <a:endParaRPr lang="en-US" err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 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Conteúdo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 do Quiz.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Aprendizagem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 e Feedback.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Acompanhamento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 de 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Desempenho</a:t>
            </a:r>
            <a:endParaRPr lang="en-US" sz="1400" err="1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  <a:p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Interface e </a:t>
            </a:r>
            <a:r>
              <a:rPr lang="en-US" sz="1400" err="1">
                <a:solidFill>
                  <a:schemeClr val="bg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Experiência</a:t>
            </a:r>
            <a:endParaRPr lang="en-US" err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621422A-FD6E-A449-3FED-02B4544CBA9E}"/>
              </a:ext>
            </a:extLst>
          </p:cNvPr>
          <p:cNvSpPr/>
          <p:nvPr/>
        </p:nvSpPr>
        <p:spPr>
          <a:xfrm>
            <a:off x="2795919" y="4934882"/>
            <a:ext cx="9696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05.</a:t>
            </a: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AC267B3-6195-EBC8-E24A-F5CC5D6C619C}"/>
              </a:ext>
            </a:extLst>
          </p:cNvPr>
          <p:cNvSpPr/>
          <p:nvPr/>
        </p:nvSpPr>
        <p:spPr>
          <a:xfrm>
            <a:off x="8133885" y="1564346"/>
            <a:ext cx="3950764" cy="73866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>
                <a:solidFill>
                  <a:srgbClr val="004B78"/>
                </a:solidFill>
                <a:latin typeface="Arial"/>
                <a:cs typeface="Arial"/>
              </a:rPr>
              <a:t>PASSO A PASSO DO QUIZ</a:t>
            </a:r>
            <a:endParaRPr lang="en-US" sz="1400" b="1" i="0">
              <a:solidFill>
                <a:srgbClr val="004B7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rPr>
              <a:t>Lorem Ipsum has been</a:t>
            </a:r>
          </a:p>
          <a:p>
            <a:r>
              <a:rPr 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rPr>
              <a:t>Lorem Ipsum has been</a:t>
            </a:r>
            <a:endParaRPr lang="en-US" sz="1400" b="1" i="0">
              <a:solidFill>
                <a:schemeClr val="bg1">
                  <a:lumMod val="50000"/>
                </a:schemeClr>
              </a:solidFill>
              <a:effectLst/>
              <a:latin typeface="Arial"/>
              <a:cs typeface="Arial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832CD80-2BA4-ED6F-EB85-2676DDC24921}"/>
              </a:ext>
            </a:extLst>
          </p:cNvPr>
          <p:cNvSpPr/>
          <p:nvPr/>
        </p:nvSpPr>
        <p:spPr>
          <a:xfrm>
            <a:off x="7172712" y="1490963"/>
            <a:ext cx="9696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06.</a:t>
            </a: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5781E0E-A4A1-C4BB-65B0-89637EDC7E11}"/>
              </a:ext>
            </a:extLst>
          </p:cNvPr>
          <p:cNvSpPr/>
          <p:nvPr/>
        </p:nvSpPr>
        <p:spPr>
          <a:xfrm>
            <a:off x="8191394" y="2404812"/>
            <a:ext cx="494280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</a:p>
          <a:p>
            <a:r>
              <a:rPr 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has been</a:t>
            </a:r>
          </a:p>
          <a:p>
            <a:r>
              <a:rPr 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has been</a:t>
            </a:r>
            <a:endParaRPr lang="en-US" sz="1400" b="1" i="0"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i="0">
              <a:solidFill>
                <a:srgbClr val="004B7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C375C8B-58F5-2A74-FF23-F7F87825D640}"/>
              </a:ext>
            </a:extLst>
          </p:cNvPr>
          <p:cNvSpPr/>
          <p:nvPr/>
        </p:nvSpPr>
        <p:spPr>
          <a:xfrm>
            <a:off x="7172712" y="2345806"/>
            <a:ext cx="9696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07.</a:t>
            </a: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429A4DF-D47F-9C99-5E40-3D03A06C00FC}"/>
              </a:ext>
            </a:extLst>
          </p:cNvPr>
          <p:cNvSpPr/>
          <p:nvPr/>
        </p:nvSpPr>
        <p:spPr>
          <a:xfrm>
            <a:off x="8189684" y="3255858"/>
            <a:ext cx="494280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TRABALHOS FUTUROS</a:t>
            </a:r>
          </a:p>
          <a:p>
            <a:r>
              <a:rPr 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has been</a:t>
            </a:r>
          </a:p>
          <a:p>
            <a:r>
              <a:rPr 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has been</a:t>
            </a:r>
            <a:endParaRPr lang="en-US" sz="1400" b="1" i="0"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i="0">
              <a:solidFill>
                <a:srgbClr val="004B7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9FCDA3A-D003-034C-AF02-88C7A8A3D3C1}"/>
              </a:ext>
            </a:extLst>
          </p:cNvPr>
          <p:cNvSpPr/>
          <p:nvPr/>
        </p:nvSpPr>
        <p:spPr>
          <a:xfrm>
            <a:off x="7171002" y="3196852"/>
            <a:ext cx="9696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08.</a:t>
            </a: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4814505-BF0A-A411-73A0-A7ECF9E213EA}"/>
              </a:ext>
            </a:extLst>
          </p:cNvPr>
          <p:cNvSpPr/>
          <p:nvPr/>
        </p:nvSpPr>
        <p:spPr>
          <a:xfrm>
            <a:off x="8189684" y="4190797"/>
            <a:ext cx="494280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  <a:p>
            <a:r>
              <a:rPr 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has been</a:t>
            </a:r>
          </a:p>
          <a:p>
            <a:r>
              <a:rPr 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has been</a:t>
            </a:r>
            <a:endParaRPr lang="en-US" sz="1400" b="1" i="0"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i="0">
              <a:solidFill>
                <a:srgbClr val="004B7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F1B2C14-D9AE-39C4-EBC1-60E7BCB58106}"/>
              </a:ext>
            </a:extLst>
          </p:cNvPr>
          <p:cNvSpPr/>
          <p:nvPr/>
        </p:nvSpPr>
        <p:spPr>
          <a:xfrm>
            <a:off x="7171002" y="4131791"/>
            <a:ext cx="9696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09.</a:t>
            </a: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5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43B647D-ED87-4C4C-9501-E39B9ACA7BB3}"/>
              </a:ext>
            </a:extLst>
          </p:cNvPr>
          <p:cNvSpPr/>
          <p:nvPr/>
        </p:nvSpPr>
        <p:spPr>
          <a:xfrm>
            <a:off x="0" y="1"/>
            <a:ext cx="2684678" cy="6858000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AD7A561B-D2A9-4F17-A68A-B1220D0B07C9}"/>
              </a:ext>
            </a:extLst>
          </p:cNvPr>
          <p:cNvSpPr txBox="1"/>
          <p:nvPr/>
        </p:nvSpPr>
        <p:spPr>
          <a:xfrm>
            <a:off x="3010560" y="421552"/>
            <a:ext cx="628563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n-US" sz="3000" b="1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01. APRESENTAÇÃO </a:t>
            </a:r>
          </a:p>
        </p:txBody>
      </p:sp>
      <p:pic>
        <p:nvPicPr>
          <p:cNvPr id="11" name="Imagem 10" descr="Logotipo&#10;&#10;Descrição gerada automaticamente">
            <a:extLst>
              <a:ext uri="{FF2B5EF4-FFF2-40B4-BE49-F238E27FC236}">
                <a16:creationId xmlns:a16="http://schemas.microsoft.com/office/drawing/2014/main" id="{09162ED6-3773-40F4-871F-8408BDC42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82" y="652385"/>
            <a:ext cx="2124958" cy="82612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9DE058F-DDEC-46DC-BADB-7C7B97180E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6" t="2755" b="-59857"/>
          <a:stretch/>
        </p:blipFill>
        <p:spPr>
          <a:xfrm>
            <a:off x="5113782" y="6439988"/>
            <a:ext cx="6710178" cy="284662"/>
          </a:xfrm>
          <a:prstGeom prst="rect">
            <a:avLst/>
          </a:prstGeom>
        </p:spPr>
      </p:pic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5D390CDB-F571-A3CE-909A-9D4409DF5029}"/>
              </a:ext>
            </a:extLst>
          </p:cNvPr>
          <p:cNvSpPr txBox="1">
            <a:spLocks/>
          </p:cNvSpPr>
          <p:nvPr/>
        </p:nvSpPr>
        <p:spPr>
          <a:xfrm>
            <a:off x="2687506" y="1201302"/>
            <a:ext cx="9299937" cy="49248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pt-BR" sz="2800" b="1">
                <a:solidFill>
                  <a:srgbClr val="004D7C"/>
                </a:solidFill>
                <a:latin typeface="Arial"/>
                <a:cs typeface="Arial"/>
              </a:rPr>
              <a:t>Master Tech</a:t>
            </a:r>
            <a:endParaRPr lang="pt-BR" b="1">
              <a:ea typeface="Calibri"/>
              <a:cs typeface="Calibri"/>
            </a:endParaRPr>
          </a:p>
          <a:p>
            <a:pPr>
              <a:lnSpc>
                <a:spcPct val="150000"/>
              </a:lnSpc>
              <a:buClr>
                <a:srgbClr val="E50072"/>
              </a:buClr>
            </a:pPr>
            <a:r>
              <a:rPr lang="pt-BR" sz="2900">
                <a:solidFill>
                  <a:srgbClr val="004D7C"/>
                </a:solidFill>
                <a:latin typeface="Arial"/>
                <a:cs typeface="Arial"/>
              </a:rPr>
              <a:t>Lucas Andrade de Campos Cordeiro - 1210101647</a:t>
            </a:r>
            <a:endParaRPr lang="pt-BR" sz="2900">
              <a:solidFill>
                <a:srgbClr val="004D7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E50072"/>
              </a:buClr>
            </a:pPr>
            <a:r>
              <a:rPr lang="pt-BR" sz="2900">
                <a:solidFill>
                  <a:srgbClr val="004D7C"/>
                </a:solidFill>
                <a:latin typeface="Arial"/>
                <a:cs typeface="Arial"/>
              </a:rPr>
              <a:t>Pedro Malagutti da Silva Pereira - 1210200668</a:t>
            </a:r>
            <a:endParaRPr lang="pt-BR" sz="2900">
              <a:solidFill>
                <a:srgbClr val="004D7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E50072"/>
              </a:buClr>
            </a:pPr>
            <a:r>
              <a:rPr lang="pt-BR" sz="2900">
                <a:solidFill>
                  <a:srgbClr val="004D7C"/>
                </a:solidFill>
                <a:latin typeface="Arial"/>
                <a:cs typeface="Arial"/>
              </a:rPr>
              <a:t>Rafael da Silva </a:t>
            </a:r>
            <a:r>
              <a:rPr lang="pt-BR" sz="2900" err="1">
                <a:solidFill>
                  <a:srgbClr val="004D7C"/>
                </a:solidFill>
                <a:latin typeface="Arial"/>
                <a:cs typeface="Arial"/>
              </a:rPr>
              <a:t>Zanobine</a:t>
            </a:r>
            <a:r>
              <a:rPr lang="pt-BR" sz="2900">
                <a:solidFill>
                  <a:srgbClr val="004D7C"/>
                </a:solidFill>
                <a:latin typeface="Arial"/>
                <a:cs typeface="Arial"/>
              </a:rPr>
              <a:t> - 1210102924</a:t>
            </a:r>
            <a:endParaRPr lang="pt-BR" sz="2900">
              <a:solidFill>
                <a:srgbClr val="004D7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E50072"/>
              </a:buClr>
            </a:pPr>
            <a:r>
              <a:rPr lang="pt-BR" sz="2900">
                <a:solidFill>
                  <a:srgbClr val="004D7C"/>
                </a:solidFill>
                <a:latin typeface="Arial"/>
                <a:cs typeface="Arial"/>
              </a:rPr>
              <a:t>Roberta Maria Silva de Souza - 1210201681</a:t>
            </a:r>
          </a:p>
          <a:p>
            <a:pPr lvl="1">
              <a:lnSpc>
                <a:spcPct val="150000"/>
              </a:lnSpc>
              <a:buClr>
                <a:srgbClr val="E50072"/>
              </a:buClr>
            </a:pPr>
            <a:r>
              <a:rPr lang="pt-BR" sz="2800" b="1">
                <a:solidFill>
                  <a:srgbClr val="004D7C"/>
                </a:solidFill>
                <a:latin typeface="Arial"/>
                <a:ea typeface="Arial" charset="0"/>
                <a:cs typeface="Arial"/>
              </a:rPr>
              <a:t>Orientador:</a:t>
            </a:r>
          </a:p>
          <a:p>
            <a:pPr lvl="1">
              <a:lnSpc>
                <a:spcPct val="150000"/>
              </a:lnSpc>
              <a:buClr>
                <a:srgbClr val="E50072"/>
              </a:buClr>
            </a:pPr>
            <a:r>
              <a:rPr lang="pt-BR" sz="2800">
                <a:solidFill>
                  <a:srgbClr val="004D7C"/>
                </a:solidFill>
                <a:latin typeface="Arial"/>
                <a:ea typeface="Arial" charset="0"/>
                <a:cs typeface="Arial"/>
              </a:rPr>
              <a:t>Prof. Me. </a:t>
            </a:r>
            <a:r>
              <a:rPr lang="pt-BR" sz="2800">
                <a:solidFill>
                  <a:srgbClr val="004D7C"/>
                </a:solidFill>
                <a:latin typeface="Arial"/>
                <a:ea typeface="+mn-lt"/>
                <a:cs typeface="+mn-lt"/>
              </a:rPr>
              <a:t>Claudio Ribeiro da Silva</a:t>
            </a:r>
          </a:p>
          <a:p>
            <a:pPr lvl="1">
              <a:lnSpc>
                <a:spcPct val="150000"/>
              </a:lnSpc>
              <a:buClr>
                <a:srgbClr val="E50072"/>
              </a:buClr>
            </a:pPr>
            <a:r>
              <a:rPr lang="pt-BR" sz="2800" b="1">
                <a:solidFill>
                  <a:srgbClr val="004D7C"/>
                </a:solidFill>
                <a:latin typeface="Arial"/>
                <a:ea typeface="Arial" charset="0"/>
                <a:cs typeface="Arial"/>
              </a:rPr>
              <a:t>Banca</a:t>
            </a:r>
          </a:p>
          <a:p>
            <a:pPr lvl="1">
              <a:lnSpc>
                <a:spcPct val="150000"/>
              </a:lnSpc>
              <a:buClr>
                <a:srgbClr val="E50072"/>
              </a:buClr>
            </a:pPr>
            <a:r>
              <a:rPr lang="pt-BR" sz="2800">
                <a:solidFill>
                  <a:srgbClr val="004D7C"/>
                </a:solidFill>
                <a:latin typeface="Arial"/>
                <a:ea typeface="Arial" charset="0"/>
                <a:cs typeface="Arial"/>
              </a:rPr>
              <a:t>Prof. </a:t>
            </a:r>
          </a:p>
          <a:p>
            <a:pPr lvl="1">
              <a:lnSpc>
                <a:spcPct val="150000"/>
              </a:lnSpc>
              <a:buClr>
                <a:srgbClr val="E50072"/>
              </a:buClr>
            </a:pPr>
            <a:r>
              <a:rPr lang="pt-BR" sz="2800">
                <a:solidFill>
                  <a:srgbClr val="004D7C"/>
                </a:solidFill>
                <a:latin typeface="Arial"/>
                <a:ea typeface="Arial" charset="0"/>
                <a:cs typeface="Arial"/>
              </a:rPr>
              <a:t>Prof. </a:t>
            </a:r>
          </a:p>
          <a:p>
            <a:pPr algn="l">
              <a:lnSpc>
                <a:spcPct val="150000"/>
              </a:lnSpc>
            </a:pPr>
            <a:endParaRPr lang="pt-BR">
              <a:solidFill>
                <a:srgbClr val="004D7C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buClr>
                <a:srgbClr val="E50072"/>
              </a:buClr>
            </a:pPr>
            <a:endParaRPr lang="pt-BR" sz="1400">
              <a:solidFill>
                <a:srgbClr val="004D7C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buClr>
                <a:srgbClr val="E50072"/>
              </a:buClr>
            </a:pPr>
            <a:endParaRPr lang="pt-BR" sz="1400">
              <a:solidFill>
                <a:srgbClr val="004D7C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BR" sz="1400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717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43B647D-ED87-4C4C-9501-E39B9ACA7BB3}"/>
              </a:ext>
            </a:extLst>
          </p:cNvPr>
          <p:cNvSpPr/>
          <p:nvPr/>
        </p:nvSpPr>
        <p:spPr>
          <a:xfrm>
            <a:off x="0" y="0"/>
            <a:ext cx="4787900" cy="6858000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Pessoas sentadas ao redor de uma mesa&#10;&#10;Descrição gerada automaticamente">
            <a:extLst>
              <a:ext uri="{FF2B5EF4-FFF2-40B4-BE49-F238E27FC236}">
                <a16:creationId xmlns:a16="http://schemas.microsoft.com/office/drawing/2014/main" id="{EB7D01D3-5E92-AF40-BBC3-118181FAA3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05" r="21205"/>
          <a:stretch/>
        </p:blipFill>
        <p:spPr>
          <a:xfrm>
            <a:off x="1022913" y="1976854"/>
            <a:ext cx="4140200" cy="4043917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AD7A561B-D2A9-4F17-A68A-B1220D0B07C9}"/>
              </a:ext>
            </a:extLst>
          </p:cNvPr>
          <p:cNvSpPr txBox="1"/>
          <p:nvPr/>
        </p:nvSpPr>
        <p:spPr>
          <a:xfrm>
            <a:off x="5489479" y="1247209"/>
            <a:ext cx="628563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n-US" sz="3000" b="1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02. OBJETIVO </a:t>
            </a:r>
          </a:p>
        </p:txBody>
      </p:sp>
      <p:pic>
        <p:nvPicPr>
          <p:cNvPr id="11" name="Imagem 10" descr="Logotipo&#10;&#10;Descrição gerada automaticamente">
            <a:extLst>
              <a:ext uri="{FF2B5EF4-FFF2-40B4-BE49-F238E27FC236}">
                <a16:creationId xmlns:a16="http://schemas.microsoft.com/office/drawing/2014/main" id="{09162ED6-3773-40F4-871F-8408BDC42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82" y="652385"/>
            <a:ext cx="2124958" cy="82612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9DE058F-DDEC-46DC-BADB-7C7B97180E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6" t="2755" b="-59857"/>
          <a:stretch/>
        </p:blipFill>
        <p:spPr>
          <a:xfrm>
            <a:off x="5113782" y="6439988"/>
            <a:ext cx="6710178" cy="284662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6AEF939F-5600-4DD8-A056-D76CACF4EEE4}"/>
              </a:ext>
            </a:extLst>
          </p:cNvPr>
          <p:cNvSpPr/>
          <p:nvPr/>
        </p:nvSpPr>
        <p:spPr>
          <a:xfrm>
            <a:off x="5486828" y="1818536"/>
            <a:ext cx="5964777" cy="461805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>
                <a:solidFill>
                  <a:srgbClr val="7F7F7F"/>
                </a:solidFill>
                <a:latin typeface="Arial"/>
                <a:cs typeface="Arial"/>
              </a:rPr>
              <a:t>A presente monografia tem como objetivo</a:t>
            </a:r>
            <a:r>
              <a:rPr lang="pt-BR">
                <a:solidFill>
                  <a:srgbClr val="7F7F7F"/>
                </a:solidFill>
                <a:latin typeface="Arial"/>
                <a:ea typeface="Arial" charset="0"/>
                <a:cs typeface="Arial"/>
              </a:rPr>
              <a:t> </a:t>
            </a:r>
            <a:r>
              <a:rPr lang="pt-BR">
                <a:solidFill>
                  <a:srgbClr val="7F7F7F"/>
                </a:solidFill>
                <a:latin typeface="Arial"/>
                <a:cs typeface="Arial"/>
              </a:rPr>
              <a:t>o desenvolvimento do aplicativo </a:t>
            </a:r>
            <a:r>
              <a:rPr lang="pt-BR" b="1">
                <a:solidFill>
                  <a:srgbClr val="7F7F7F"/>
                </a:solidFill>
                <a:latin typeface="Arial"/>
                <a:cs typeface="Arial"/>
              </a:rPr>
              <a:t>Master Tech</a:t>
            </a:r>
            <a:r>
              <a:rPr lang="pt-BR">
                <a:solidFill>
                  <a:srgbClr val="7F7F7F"/>
                </a:solidFill>
                <a:latin typeface="Arial"/>
                <a:cs typeface="Arial"/>
              </a:rPr>
              <a:t>, um quiz adaptativo web voltado à área de Tecnologia da Informação (TI). Inspirado no modelo do </a:t>
            </a:r>
            <a:r>
              <a:rPr lang="pt-BR" err="1">
                <a:solidFill>
                  <a:srgbClr val="7F7F7F"/>
                </a:solidFill>
                <a:latin typeface="Arial"/>
                <a:cs typeface="Arial"/>
              </a:rPr>
              <a:t>Duolingo</a:t>
            </a:r>
            <a:r>
              <a:rPr lang="pt-BR">
                <a:solidFill>
                  <a:srgbClr val="7F7F7F"/>
                </a:solidFill>
                <a:latin typeface="Arial"/>
                <a:cs typeface="Arial"/>
              </a:rPr>
              <a:t>, o sistema busca promover o aprendizado dinâmico e personalizado em temas fundamentais como Desenvolvimento Web, Banco de Dados, Sistemas Operacionais, Programação, Estrutura de Dados, Segurança da Informação, Hardware, Redes de Computadores e mais outros temas da área que podem ser adicionados futuramente.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7680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9DE058F-DDEC-46DC-BADB-7C7B97180E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1" t="-118072" r="-1" b="-59853"/>
          <a:stretch/>
        </p:blipFill>
        <p:spPr>
          <a:xfrm>
            <a:off x="780711" y="6221047"/>
            <a:ext cx="11043248" cy="503604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0F8C190C-70B0-4882-8163-C8246A4F3CAD}"/>
              </a:ext>
            </a:extLst>
          </p:cNvPr>
          <p:cNvSpPr txBox="1"/>
          <p:nvPr/>
        </p:nvSpPr>
        <p:spPr>
          <a:xfrm>
            <a:off x="780711" y="509808"/>
            <a:ext cx="726977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n-US" sz="3000" b="1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03. INTRODUÇÃO</a:t>
            </a:r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41729D1E-E3B7-4927-96AD-4C2C70CF60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687" y="313985"/>
            <a:ext cx="917272" cy="36237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14A3FCA-C4A7-4C82-BA0F-087B8F528D3C}"/>
              </a:ext>
            </a:extLst>
          </p:cNvPr>
          <p:cNvSpPr/>
          <p:nvPr/>
        </p:nvSpPr>
        <p:spPr>
          <a:xfrm>
            <a:off x="0" y="0"/>
            <a:ext cx="397122" cy="6865814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7C098A-C837-6BD4-71B9-7315B6D28CBE}"/>
              </a:ext>
            </a:extLst>
          </p:cNvPr>
          <p:cNvSpPr/>
          <p:nvPr/>
        </p:nvSpPr>
        <p:spPr>
          <a:xfrm>
            <a:off x="670171" y="1739698"/>
            <a:ext cx="10605475" cy="341119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solidFill>
                  <a:srgbClr val="004B78"/>
                </a:solidFill>
                <a:latin typeface="Arial"/>
                <a:cs typeface="Arial"/>
              </a:rPr>
              <a:t>O </a:t>
            </a:r>
            <a:r>
              <a:rPr lang="en-US" sz="2000" b="1" err="1">
                <a:solidFill>
                  <a:srgbClr val="004B78"/>
                </a:solidFill>
                <a:latin typeface="Arial"/>
                <a:cs typeface="Arial"/>
              </a:rPr>
              <a:t>que</a:t>
            </a:r>
            <a:r>
              <a:rPr lang="en-US" sz="2000" b="1">
                <a:solidFill>
                  <a:srgbClr val="004B78"/>
                </a:solidFill>
                <a:latin typeface="Arial"/>
                <a:cs typeface="Arial"/>
              </a:rPr>
              <a:t> é o Master Tech?</a:t>
            </a:r>
          </a:p>
          <a:p>
            <a:pPr algn="just">
              <a:lnSpc>
                <a:spcPct val="150000"/>
              </a:lnSpc>
            </a:pP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 Master Tech é um software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educacional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baseado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em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um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sistema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quiz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utiliza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recursos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gamificação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para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promover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aprendizado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dinâmico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na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área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Tecnologia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da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Informação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. 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aplicativo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funciona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em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ambiente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web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permite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responder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perguntas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múltipla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escolha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sobre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diversos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temas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TI. Conforme 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desempenho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participante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ele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poderá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tornar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processo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aprendizado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mais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desafiador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divertido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eficaz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aumentando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nível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das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perguntas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. 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sistema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disponibiliza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relatórios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personalizados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gráficos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evolução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sugestões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estudo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 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favorece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aprendizado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contínuo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 a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autogestão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conhecimento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.</a:t>
            </a:r>
            <a:endParaRPr lang="en-US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233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Alunos estudiosos do ensino médio">
            <a:extLst>
              <a:ext uri="{FF2B5EF4-FFF2-40B4-BE49-F238E27FC236}">
                <a16:creationId xmlns:a16="http://schemas.microsoft.com/office/drawing/2014/main" id="{BD70E947-47BB-8144-88C3-D5015E5EB1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52" r="33589" b="142"/>
          <a:stretch>
            <a:fillRect/>
          </a:stretch>
        </p:blipFill>
        <p:spPr>
          <a:xfrm>
            <a:off x="71391" y="-1"/>
            <a:ext cx="3723830" cy="6858034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AD7A561B-D2A9-4F17-A68A-B1220D0B07C9}"/>
              </a:ext>
            </a:extLst>
          </p:cNvPr>
          <p:cNvSpPr txBox="1"/>
          <p:nvPr/>
        </p:nvSpPr>
        <p:spPr>
          <a:xfrm>
            <a:off x="4093799" y="311382"/>
            <a:ext cx="726977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n-US" sz="3000" b="1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04. FUNDAMENTAÇÃO TEÓRICA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DE058F-DDEC-46DC-BADB-7C7B97180E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7" t="-480352" r="1" b="-59853"/>
          <a:stretch/>
        </p:blipFill>
        <p:spPr>
          <a:xfrm>
            <a:off x="4679953" y="5679572"/>
            <a:ext cx="7172760" cy="1045079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6AEF939F-5600-4DD8-A056-D76CACF4EEE4}"/>
              </a:ext>
            </a:extLst>
          </p:cNvPr>
          <p:cNvSpPr/>
          <p:nvPr/>
        </p:nvSpPr>
        <p:spPr>
          <a:xfrm>
            <a:off x="3961737" y="905799"/>
            <a:ext cx="8048028" cy="5864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>
                <a:solidFill>
                  <a:srgbClr val="004B78"/>
                </a:solidFill>
                <a:latin typeface="Arial"/>
                <a:cs typeface="Arial"/>
              </a:rPr>
              <a:t>Em </a:t>
            </a:r>
            <a:r>
              <a:rPr lang="en-US" sz="2000" b="1" err="1">
                <a:solidFill>
                  <a:srgbClr val="004B78"/>
                </a:solidFill>
                <a:latin typeface="Arial"/>
                <a:cs typeface="Arial"/>
              </a:rPr>
              <a:t>que</a:t>
            </a:r>
            <a:r>
              <a:rPr lang="en-US" sz="2000" b="1">
                <a:solidFill>
                  <a:srgbClr val="004B78"/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rgbClr val="004B78"/>
                </a:solidFill>
                <a:latin typeface="Arial"/>
                <a:cs typeface="Arial"/>
              </a:rPr>
              <a:t>ideia</a:t>
            </a:r>
            <a:r>
              <a:rPr lang="en-US" sz="2000" b="1">
                <a:solidFill>
                  <a:srgbClr val="004B78"/>
                </a:solidFill>
                <a:latin typeface="Arial"/>
                <a:cs typeface="Arial"/>
              </a:rPr>
              <a:t> o Master Tech </a:t>
            </a:r>
            <a:r>
              <a:rPr lang="en-US" sz="2000" b="1" err="1">
                <a:solidFill>
                  <a:srgbClr val="004B78"/>
                </a:solidFill>
                <a:latin typeface="Arial"/>
                <a:cs typeface="Arial"/>
              </a:rPr>
              <a:t>foi</a:t>
            </a:r>
            <a:r>
              <a:rPr lang="en-US" sz="2000" b="1">
                <a:solidFill>
                  <a:srgbClr val="004B78"/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rgbClr val="004B78"/>
                </a:solidFill>
                <a:latin typeface="Arial"/>
                <a:cs typeface="Arial"/>
              </a:rPr>
              <a:t>baseado</a:t>
            </a:r>
            <a:r>
              <a:rPr lang="en-US" sz="2000" b="1">
                <a:solidFill>
                  <a:srgbClr val="004B78"/>
                </a:solidFill>
                <a:latin typeface="Arial"/>
                <a:cs typeface="Arial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Com 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avanço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das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tecnologias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digitais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ferramentas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ensino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online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ganharam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grande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destaque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.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Apesar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crescimento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número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plataformas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aprendizado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muitas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plataformas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ainda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seguem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modelos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tradicionais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pouco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personalizados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oferecendo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conteúdos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forma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estática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sem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adaptação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perfil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desempenho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cada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rPr>
              <a:t>.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Isso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gera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uma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lacuna no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aprendizado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individualizado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: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estudantes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acabam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consumindo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conteúdos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forma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uniforme</a:t>
            </a:r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rPr>
              <a:t>,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sem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suas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dificuldades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específicas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sejam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trabalhadas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maneira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direcionada</a:t>
            </a:r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rPr>
              <a:t>. 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Por outro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lado</a:t>
            </a:r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rPr>
              <a:t>,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há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uma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grande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demanda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soluções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interativas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acessíveis</a:t>
            </a:r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rPr>
              <a:t>,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unam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simplicidade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a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relatórios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auxiliem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no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processo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estudo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contínuo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autônomo</a:t>
            </a:r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rPr>
              <a:t>.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 E com base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neste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cenário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 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teórico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 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que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 o Master Tech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foi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criada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, com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objetivo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 de ser um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produto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que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 se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aproveita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 dessa lacuna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ganhar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seu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espaço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Arial"/>
                <a:ea typeface="Calibri" panose="020F0502020204030204"/>
                <a:cs typeface="Arial"/>
              </a:rPr>
              <a:t> no mercado.</a:t>
            </a:r>
            <a:endParaRPr lang="pt-BR">
              <a:solidFill>
                <a:schemeClr val="bg1">
                  <a:lumMod val="50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E02EEC91-3D60-4788-8B55-21CE87E39C8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687" y="313985"/>
            <a:ext cx="917272" cy="36237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AF34142-CDC5-4A42-8F2B-FEA108F303D5}"/>
              </a:ext>
            </a:extLst>
          </p:cNvPr>
          <p:cNvSpPr/>
          <p:nvPr/>
        </p:nvSpPr>
        <p:spPr>
          <a:xfrm>
            <a:off x="-2580" y="0"/>
            <a:ext cx="397122" cy="6858000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92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43B647D-ED87-4C4C-9501-E39B9ACA7BB3}"/>
              </a:ext>
            </a:extLst>
          </p:cNvPr>
          <p:cNvSpPr/>
          <p:nvPr/>
        </p:nvSpPr>
        <p:spPr>
          <a:xfrm>
            <a:off x="-1" y="-1954"/>
            <a:ext cx="3049953" cy="6857999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Mulher usando computador&#10;&#10;Descrição gerada automaticamente">
            <a:extLst>
              <a:ext uri="{FF2B5EF4-FFF2-40B4-BE49-F238E27FC236}">
                <a16:creationId xmlns:a16="http://schemas.microsoft.com/office/drawing/2014/main" id="{F40495C2-A1D3-934D-A6A3-B36E130FE9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6" t="-1091" r="15870" b="727"/>
          <a:stretch>
            <a:fillRect/>
          </a:stretch>
        </p:blipFill>
        <p:spPr>
          <a:xfrm>
            <a:off x="-2" y="-29309"/>
            <a:ext cx="3050356" cy="2702731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AD7A561B-D2A9-4F17-A68A-B1220D0B07C9}"/>
              </a:ext>
            </a:extLst>
          </p:cNvPr>
          <p:cNvSpPr txBox="1"/>
          <p:nvPr/>
        </p:nvSpPr>
        <p:spPr>
          <a:xfrm>
            <a:off x="3383575" y="208404"/>
            <a:ext cx="726977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b="1">
                <a:solidFill>
                  <a:srgbClr val="004B78"/>
                </a:solidFill>
                <a:latin typeface="Arial"/>
                <a:cs typeface="Arial"/>
              </a:rPr>
              <a:t>05. </a:t>
            </a:r>
            <a:r>
              <a:rPr lang="en-US" sz="3000" b="1" err="1">
                <a:solidFill>
                  <a:srgbClr val="004B78"/>
                </a:solidFill>
                <a:latin typeface="Arial"/>
                <a:cs typeface="Arial"/>
              </a:rPr>
              <a:t>Principais</a:t>
            </a:r>
            <a:r>
              <a:rPr lang="en-US" sz="3000" b="1">
                <a:solidFill>
                  <a:srgbClr val="004B78"/>
                </a:solidFill>
                <a:latin typeface="Arial"/>
                <a:cs typeface="Arial"/>
              </a:rPr>
              <a:t> </a:t>
            </a:r>
            <a:r>
              <a:rPr lang="en-US" sz="3000" b="1" err="1">
                <a:solidFill>
                  <a:srgbClr val="004B78"/>
                </a:solidFill>
                <a:latin typeface="Arial"/>
                <a:cs typeface="Arial"/>
              </a:rPr>
              <a:t>Funcionalidades</a:t>
            </a:r>
            <a:r>
              <a:rPr lang="en-US" sz="3000" b="1">
                <a:solidFill>
                  <a:srgbClr val="004B78"/>
                </a:solidFill>
                <a:latin typeface="Arial"/>
                <a:cs typeface="Arial"/>
              </a:rPr>
              <a:t> </a:t>
            </a:r>
            <a:endParaRPr lang="pt-BR">
              <a:ea typeface="Calibri"/>
              <a:cs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DE058F-DDEC-46DC-BADB-7C7B97180E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93" t="-242105" b="-52631"/>
          <a:stretch>
            <a:fillRect/>
          </a:stretch>
        </p:blipFill>
        <p:spPr>
          <a:xfrm>
            <a:off x="3217984" y="5986585"/>
            <a:ext cx="8603981" cy="715271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6AEF939F-5600-4DD8-A056-D76CACF4EEE4}"/>
              </a:ext>
            </a:extLst>
          </p:cNvPr>
          <p:cNvSpPr/>
          <p:nvPr/>
        </p:nvSpPr>
        <p:spPr>
          <a:xfrm>
            <a:off x="3380153" y="786035"/>
            <a:ext cx="8727832" cy="49398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solidFill>
                  <a:srgbClr val="004B78"/>
                </a:solidFill>
                <a:ea typeface="+mn-lt"/>
                <a:cs typeface="+mn-lt"/>
              </a:rPr>
              <a:t>1. </a:t>
            </a:r>
            <a:r>
              <a:rPr lang="en-US" b="1" err="1">
                <a:solidFill>
                  <a:srgbClr val="004B78"/>
                </a:solidFill>
                <a:ea typeface="+mn-lt"/>
                <a:cs typeface="+mn-lt"/>
              </a:rPr>
              <a:t>Acesso</a:t>
            </a:r>
            <a:r>
              <a:rPr lang="en-US" b="1">
                <a:solidFill>
                  <a:srgbClr val="004B78"/>
                </a:solidFill>
                <a:ea typeface="+mn-lt"/>
                <a:cs typeface="+mn-lt"/>
              </a:rPr>
              <a:t> do </a:t>
            </a:r>
            <a:r>
              <a:rPr lang="en-US" b="1" err="1">
                <a:solidFill>
                  <a:srgbClr val="004B78"/>
                </a:solidFill>
                <a:ea typeface="+mn-lt"/>
                <a:cs typeface="+mn-lt"/>
              </a:rPr>
              <a:t>Usuário</a:t>
            </a:r>
            <a:endParaRPr lang="en-US">
              <a:solidFill>
                <a:srgbClr val="004B78"/>
              </a:solidFill>
              <a:ea typeface="+mn-lt"/>
              <a:cs typeface="+mn-lt"/>
            </a:endParaRPr>
          </a:p>
          <a:p>
            <a:pPr marL="285750">
              <a:buFont typeface="Arial"/>
              <a:buChar char="•"/>
            </a:pP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Cadastro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e login com e-mail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senha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.</a:t>
            </a:r>
          </a:p>
          <a:p>
            <a:pPr marL="285750">
              <a:buFont typeface="Arial"/>
              <a:buChar char="•"/>
            </a:pP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Acesso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seguro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e individual.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004B78"/>
                </a:solidFill>
                <a:ea typeface="+mn-lt"/>
                <a:cs typeface="+mn-lt"/>
              </a:rPr>
              <a:t>2. </a:t>
            </a:r>
            <a:r>
              <a:rPr lang="en-US" b="1" err="1">
                <a:solidFill>
                  <a:srgbClr val="004B78"/>
                </a:solidFill>
                <a:ea typeface="+mn-lt"/>
                <a:cs typeface="+mn-lt"/>
              </a:rPr>
              <a:t>Conteúdo</a:t>
            </a:r>
            <a:r>
              <a:rPr lang="en-US" b="1">
                <a:solidFill>
                  <a:srgbClr val="004B78"/>
                </a:solidFill>
                <a:ea typeface="+mn-lt"/>
                <a:cs typeface="+mn-lt"/>
              </a:rPr>
              <a:t> do Quiz</a:t>
            </a:r>
            <a:endParaRPr lang="en-US">
              <a:solidFill>
                <a:srgbClr val="004B78"/>
              </a:solidFill>
              <a:ea typeface="+mn-lt"/>
              <a:cs typeface="+mn-lt"/>
            </a:endParaRPr>
          </a:p>
          <a:p>
            <a:pPr marL="285750">
              <a:buFont typeface="Arial"/>
              <a:buChar char="•"/>
            </a:pP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Banco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questões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organizado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por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temas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de TI.</a:t>
            </a:r>
          </a:p>
          <a:p>
            <a:pPr marL="285750">
              <a:buFont typeface="Arial"/>
              <a:buChar char="•"/>
            </a:pP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Sistema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adaptativo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que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escolhe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perguntas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conforme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desempenho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preferências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004B78"/>
                </a:solidFill>
                <a:ea typeface="+mn-lt"/>
                <a:cs typeface="+mn-lt"/>
              </a:rPr>
              <a:t>3. </a:t>
            </a:r>
            <a:r>
              <a:rPr lang="en-US" b="1" err="1">
                <a:solidFill>
                  <a:srgbClr val="004B78"/>
                </a:solidFill>
                <a:ea typeface="+mn-lt"/>
                <a:cs typeface="+mn-lt"/>
              </a:rPr>
              <a:t>Aprendizagem</a:t>
            </a:r>
            <a:r>
              <a:rPr lang="en-US" b="1">
                <a:solidFill>
                  <a:srgbClr val="004B78"/>
                </a:solidFill>
                <a:ea typeface="+mn-lt"/>
                <a:cs typeface="+mn-lt"/>
              </a:rPr>
              <a:t> e Feedback</a:t>
            </a:r>
            <a:endParaRPr lang="en-US">
              <a:solidFill>
                <a:srgbClr val="004B78"/>
              </a:solidFill>
              <a:ea typeface="+mn-lt"/>
              <a:cs typeface="+mn-lt"/>
            </a:endParaRPr>
          </a:p>
          <a:p>
            <a:pPr marL="285750">
              <a:buFont typeface="Arial"/>
              <a:buChar char="•"/>
            </a:pP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Explicações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imediatas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após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cada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questão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.</a:t>
            </a:r>
          </a:p>
          <a:p>
            <a:pPr marL="285750">
              <a:buFont typeface="Arial"/>
              <a:buChar char="•"/>
            </a:pP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Sugestões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estudo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personalizadas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com base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nos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resultados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004B78"/>
                </a:solidFill>
                <a:ea typeface="+mn-lt"/>
                <a:cs typeface="+mn-lt"/>
              </a:rPr>
              <a:t>4. </a:t>
            </a:r>
            <a:r>
              <a:rPr lang="en-US" b="1" err="1">
                <a:solidFill>
                  <a:srgbClr val="004B78"/>
                </a:solidFill>
                <a:ea typeface="+mn-lt"/>
                <a:cs typeface="+mn-lt"/>
              </a:rPr>
              <a:t>Acompanhamento</a:t>
            </a:r>
            <a:r>
              <a:rPr lang="en-US" b="1">
                <a:solidFill>
                  <a:srgbClr val="004B78"/>
                </a:solidFill>
                <a:ea typeface="+mn-lt"/>
                <a:cs typeface="+mn-lt"/>
              </a:rPr>
              <a:t> de </a:t>
            </a:r>
            <a:r>
              <a:rPr lang="en-US" b="1" err="1">
                <a:solidFill>
                  <a:srgbClr val="004B78"/>
                </a:solidFill>
                <a:ea typeface="+mn-lt"/>
                <a:cs typeface="+mn-lt"/>
              </a:rPr>
              <a:t>Desempenho</a:t>
            </a:r>
            <a:endParaRPr lang="en-US">
              <a:solidFill>
                <a:srgbClr val="004B78"/>
              </a:solidFill>
              <a:ea typeface="+mn-lt"/>
              <a:cs typeface="+mn-lt"/>
            </a:endParaRPr>
          </a:p>
          <a:p>
            <a:pPr marL="285750">
              <a:buFont typeface="Arial"/>
              <a:buChar char="•"/>
            </a:pP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Relatórios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com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porcentagem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acertos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.</a:t>
            </a:r>
          </a:p>
          <a:p>
            <a:pPr marL="285750">
              <a:buFont typeface="Arial"/>
              <a:buChar char="•"/>
            </a:pP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Gráficos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mostrando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evolução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por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tema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004B78"/>
                </a:solidFill>
                <a:ea typeface="+mn-lt"/>
                <a:cs typeface="+mn-lt"/>
              </a:rPr>
              <a:t>5. Interface e </a:t>
            </a:r>
            <a:r>
              <a:rPr lang="en-US" b="1" err="1">
                <a:solidFill>
                  <a:srgbClr val="004B78"/>
                </a:solidFill>
                <a:ea typeface="+mn-lt"/>
                <a:cs typeface="+mn-lt"/>
              </a:rPr>
              <a:t>Experiência</a:t>
            </a:r>
            <a:endParaRPr lang="en-US">
              <a:solidFill>
                <a:srgbClr val="004B78"/>
              </a:solidFill>
              <a:ea typeface="+mn-lt"/>
              <a:cs typeface="+mn-lt"/>
            </a:endParaRPr>
          </a:p>
          <a:p>
            <a:pPr marL="285750">
              <a:buFont typeface="Arial"/>
              <a:buChar char="•"/>
            </a:pP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Design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responsivo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gamificado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.</a:t>
            </a:r>
          </a:p>
          <a:p>
            <a:pPr marL="285750">
              <a:buFont typeface="Arial"/>
              <a:buChar char="•"/>
            </a:pP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Sistema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pontuação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conquistas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recompensas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para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manter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 o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engajamento</a:t>
            </a:r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.</a:t>
            </a:r>
            <a:endParaRPr lang="pt-BR">
              <a:solidFill>
                <a:schemeClr val="bg1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D8D67F4-E8C4-40C4-AA77-8A862D440044}"/>
              </a:ext>
            </a:extLst>
          </p:cNvPr>
          <p:cNvSpPr/>
          <p:nvPr/>
        </p:nvSpPr>
        <p:spPr>
          <a:xfrm>
            <a:off x="225533" y="4234497"/>
            <a:ext cx="1686260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en-US" sz="1400" b="1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F6114E18-A7B6-4E17-A84D-38426BDB8A8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687" y="313985"/>
            <a:ext cx="917272" cy="36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73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essoas sentadas ao redor de uma mesa&#10;&#10;Descrição gerada automaticamente">
            <a:extLst>
              <a:ext uri="{FF2B5EF4-FFF2-40B4-BE49-F238E27FC236}">
                <a16:creationId xmlns:a16="http://schemas.microsoft.com/office/drawing/2014/main" id="{BD70E947-47BB-8144-88C3-D5015E5EB1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4" r="26105"/>
          <a:stretch/>
        </p:blipFill>
        <p:spPr>
          <a:xfrm>
            <a:off x="0" y="-1"/>
            <a:ext cx="4324662" cy="6858001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AD7A561B-D2A9-4F17-A68A-B1220D0B07C9}"/>
              </a:ext>
            </a:extLst>
          </p:cNvPr>
          <p:cNvSpPr txBox="1"/>
          <p:nvPr/>
        </p:nvSpPr>
        <p:spPr>
          <a:xfrm>
            <a:off x="4593689" y="193785"/>
            <a:ext cx="632086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b="1" dirty="0">
                <a:solidFill>
                  <a:srgbClr val="004B78"/>
                </a:solidFill>
                <a:latin typeface="Arial"/>
                <a:cs typeface="Arial"/>
              </a:rPr>
              <a:t>06. </a:t>
            </a:r>
            <a:r>
              <a:rPr lang="en-US" sz="3000" b="1" dirty="0" err="1">
                <a:solidFill>
                  <a:srgbClr val="004B78"/>
                </a:solidFill>
                <a:latin typeface="Arial"/>
                <a:cs typeface="Arial"/>
              </a:rPr>
              <a:t>Diagrama</a:t>
            </a:r>
            <a:r>
              <a:rPr lang="en-US" sz="3000" b="1" dirty="0">
                <a:solidFill>
                  <a:srgbClr val="004B78"/>
                </a:solidFill>
                <a:latin typeface="Arial"/>
                <a:cs typeface="Arial"/>
              </a:rPr>
              <a:t> de Classe</a:t>
            </a:r>
            <a:endParaRPr lang="en-US" sz="3000" b="1" dirty="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DE058F-DDEC-46DC-BADB-7C7B97180E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7" t="-480352" r="1" b="-59853"/>
          <a:stretch/>
        </p:blipFill>
        <p:spPr>
          <a:xfrm>
            <a:off x="4593689" y="5751460"/>
            <a:ext cx="7144006" cy="1160097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6AEF939F-5600-4DD8-A056-D76CACF4EEE4}"/>
              </a:ext>
            </a:extLst>
          </p:cNvPr>
          <p:cNvSpPr/>
          <p:nvPr/>
        </p:nvSpPr>
        <p:spPr>
          <a:xfrm>
            <a:off x="4595447" y="674102"/>
            <a:ext cx="7602378" cy="532453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000" b="1">
                <a:solidFill>
                  <a:srgbClr val="004B78"/>
                </a:solidFill>
                <a:latin typeface="Arial"/>
                <a:cs typeface="Arial"/>
              </a:rPr>
              <a:t>Passo a Passo do </a:t>
            </a:r>
            <a:r>
              <a:rPr lang="en-US" sz="2000" b="1" err="1">
                <a:solidFill>
                  <a:srgbClr val="004B78"/>
                </a:solidFill>
                <a:latin typeface="Arial"/>
                <a:cs typeface="Arial"/>
              </a:rPr>
              <a:t>Usuário</a:t>
            </a:r>
            <a:r>
              <a:rPr lang="en-US" sz="2000" b="1">
                <a:solidFill>
                  <a:srgbClr val="004B78"/>
                </a:solidFill>
                <a:latin typeface="Arial"/>
                <a:cs typeface="Arial"/>
              </a:rPr>
              <a:t>.</a:t>
            </a:r>
            <a:endParaRPr lang="pt-BR"/>
          </a:p>
          <a:p>
            <a:pPr algn="just"/>
            <a:r>
              <a:rPr lang="en-US" sz="1600" b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Passo 1.1 – Login/Registro do </a:t>
            </a:r>
            <a:r>
              <a:rPr lang="en-US" sz="1600" b="1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sz="1600" b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:</a:t>
            </a:r>
          </a:p>
          <a:p>
            <a:pPr algn="just"/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primeira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coisa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se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recomenda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faça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é o Login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sua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caso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já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possua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uma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ou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 Registro de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sua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caso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ele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ainda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não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tenha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feito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pois o Quiz do Master Tech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só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é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acessível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para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aqueles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estão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logados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uma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para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assim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seus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históricos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pontuação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tentativas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sejam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própriamente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salvos 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incentivar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mais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comprometimento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com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nosso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sistema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.</a:t>
            </a:r>
          </a:p>
          <a:p>
            <a:pPr algn="just"/>
            <a:endParaRPr lang="en-US" sz="160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  <a:p>
            <a:pPr algn="just"/>
            <a:r>
              <a:rPr lang="en-US" sz="1600" b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Passo 1.2 – </a:t>
            </a:r>
            <a:r>
              <a:rPr lang="en-US" sz="1600" b="1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Logando</a:t>
            </a:r>
            <a:r>
              <a:rPr lang="en-US" sz="1600" b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/</a:t>
            </a:r>
            <a:r>
              <a:rPr lang="en-US" sz="1600" b="1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Registrando</a:t>
            </a:r>
            <a:r>
              <a:rPr lang="en-US" sz="1600" b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a </a:t>
            </a:r>
            <a:r>
              <a:rPr lang="en-US" sz="1600" b="1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conta</a:t>
            </a:r>
            <a:r>
              <a:rPr lang="en-US" sz="1600" b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b="1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sz="1600" b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:</a:t>
            </a:r>
          </a:p>
          <a:p>
            <a:pPr algn="just"/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processos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Login e Registro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são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muito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simples,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onde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só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precisará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clicar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no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botão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'Login/Registrar'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na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tela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principal para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abrir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um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formulário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simples,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onde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para Logar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uma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já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existente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 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apenas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precisará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inserir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seu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Email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cadastrado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sua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também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inserir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a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senha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condizente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com a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senha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da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questão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.</a:t>
            </a:r>
          </a:p>
          <a:p>
            <a:pPr algn="just"/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Para o Registro de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uma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será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preciso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apenas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clicar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no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botão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azul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formuário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escrito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'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Criar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', 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vai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mudar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campos para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serem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preenchidos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onde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deverá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escrever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seu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nome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pelo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qual 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sistema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se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referirá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à 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ele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durante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seu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período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logado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também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cadastrando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seu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Email e Senha,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ficaram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salvos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como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conectados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a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conta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será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criada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quando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usuário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clicar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em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'Registrar'. </a:t>
            </a:r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E02EEC91-3D60-4788-8B55-21CE87E39C8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687" y="313985"/>
            <a:ext cx="917272" cy="36237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AF34142-CDC5-4A42-8F2B-FEA108F303D5}"/>
              </a:ext>
            </a:extLst>
          </p:cNvPr>
          <p:cNvSpPr/>
          <p:nvPr/>
        </p:nvSpPr>
        <p:spPr>
          <a:xfrm>
            <a:off x="0" y="0"/>
            <a:ext cx="397122" cy="6858000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28F2AC6-98A4-A4E3-8CEC-B227C1F48D95}"/>
              </a:ext>
            </a:extLst>
          </p:cNvPr>
          <p:cNvGrpSpPr/>
          <p:nvPr/>
        </p:nvGrpSpPr>
        <p:grpSpPr>
          <a:xfrm>
            <a:off x="4593689" y="5990369"/>
            <a:ext cx="4725979" cy="793179"/>
            <a:chOff x="4679953" y="5458407"/>
            <a:chExt cx="4725979" cy="793179"/>
          </a:xfrm>
        </p:grpSpPr>
        <p:pic>
          <p:nvPicPr>
            <p:cNvPr id="4" name="Imagem 3" descr="Logotipo&#10;&#10;Descrição gerada automaticamente">
              <a:extLst>
                <a:ext uri="{FF2B5EF4-FFF2-40B4-BE49-F238E27FC236}">
                  <a16:creationId xmlns:a16="http://schemas.microsoft.com/office/drawing/2014/main" id="{7714F77F-C56F-4677-4E8A-31079CE5F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4812" y="5473329"/>
              <a:ext cx="891120" cy="691645"/>
            </a:xfrm>
            <a:prstGeom prst="rect">
              <a:avLst/>
            </a:prstGeom>
          </p:spPr>
        </p:pic>
        <p:pic>
          <p:nvPicPr>
            <p:cNvPr id="6" name="Imagem 5" descr="Logotipo, nome da empresa&#10;&#10;Descrição gerada automaticamente">
              <a:extLst>
                <a:ext uri="{FF2B5EF4-FFF2-40B4-BE49-F238E27FC236}">
                  <a16:creationId xmlns:a16="http://schemas.microsoft.com/office/drawing/2014/main" id="{8E0F06B6-8F9E-60F5-8215-C2A7D6438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1188" y="5458407"/>
              <a:ext cx="787775" cy="793179"/>
            </a:xfrm>
            <a:prstGeom prst="rect">
              <a:avLst/>
            </a:prstGeom>
          </p:spPr>
        </p:pic>
        <p:pic>
          <p:nvPicPr>
            <p:cNvPr id="7" name="Imagem 6" descr="Diagrama&#10;&#10;Descrição gerada automaticamente com confiança média">
              <a:extLst>
                <a:ext uri="{FF2B5EF4-FFF2-40B4-BE49-F238E27FC236}">
                  <a16:creationId xmlns:a16="http://schemas.microsoft.com/office/drawing/2014/main" id="{A7B395B4-2A91-B91C-C0B0-B490DEA37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1457" y="5509407"/>
              <a:ext cx="1348656" cy="655567"/>
            </a:xfrm>
            <a:prstGeom prst="rect">
              <a:avLst/>
            </a:prstGeom>
          </p:spPr>
        </p:pic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51D949C2-B9E0-3949-1FD0-BEC91381DFBB}"/>
                </a:ext>
              </a:extLst>
            </p:cNvPr>
            <p:cNvSpPr txBox="1"/>
            <p:nvPr/>
          </p:nvSpPr>
          <p:spPr>
            <a:xfrm>
              <a:off x="4679953" y="5800632"/>
              <a:ext cx="1208482" cy="1231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fontAlgn="t"/>
              <a:r>
                <a:rPr lang="en-US" sz="800" b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RECONHECIMENTOS</a:t>
              </a:r>
              <a:r>
                <a:rPr lang="en-US" sz="800" b="1">
                  <a:solidFill>
                    <a:srgbClr val="004B7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0056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essoas sentadas ao redor de uma mesa&#10;&#10;Descrição gerada automaticamente">
            <a:extLst>
              <a:ext uri="{FF2B5EF4-FFF2-40B4-BE49-F238E27FC236}">
                <a16:creationId xmlns:a16="http://schemas.microsoft.com/office/drawing/2014/main" id="{BD70E947-47BB-8144-88C3-D5015E5EB1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4" r="26105"/>
          <a:stretch/>
        </p:blipFill>
        <p:spPr>
          <a:xfrm>
            <a:off x="0" y="-1"/>
            <a:ext cx="4324662" cy="6858001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AD7A561B-D2A9-4F17-A68A-B1220D0B07C9}"/>
              </a:ext>
            </a:extLst>
          </p:cNvPr>
          <p:cNvSpPr txBox="1"/>
          <p:nvPr/>
        </p:nvSpPr>
        <p:spPr>
          <a:xfrm>
            <a:off x="4679953" y="682613"/>
            <a:ext cx="726977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n-US" sz="3000" b="1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07. CONCLUSÃO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DE058F-DDEC-46DC-BADB-7C7B97180E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7" t="-480352" r="1" b="-59853"/>
          <a:stretch/>
        </p:blipFill>
        <p:spPr>
          <a:xfrm>
            <a:off x="4679953" y="5564554"/>
            <a:ext cx="7144006" cy="1160097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6AEF939F-5600-4DD8-A056-D76CACF4EEE4}"/>
              </a:ext>
            </a:extLst>
          </p:cNvPr>
          <p:cNvSpPr/>
          <p:nvPr/>
        </p:nvSpPr>
        <p:spPr>
          <a:xfrm>
            <a:off x="4595446" y="1579876"/>
            <a:ext cx="6956087" cy="3780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err="1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Tópico</a:t>
            </a:r>
            <a:endParaRPr lang="en-US" b="0" i="0"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</a:p>
          <a:p>
            <a:pPr marL="11113" lvl="1">
              <a:lnSpc>
                <a:spcPct val="150000"/>
              </a:lnSpc>
            </a:pPr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  <a:r>
              <a:rPr lang="pt-BR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1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E02EEC91-3D60-4788-8B55-21CE87E39C8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687" y="313985"/>
            <a:ext cx="917272" cy="36237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AF34142-CDC5-4A42-8F2B-FEA108F303D5}"/>
              </a:ext>
            </a:extLst>
          </p:cNvPr>
          <p:cNvSpPr/>
          <p:nvPr/>
        </p:nvSpPr>
        <p:spPr>
          <a:xfrm>
            <a:off x="0" y="0"/>
            <a:ext cx="397122" cy="6858000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208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43B647D-ED87-4C4C-9501-E39B9ACA7BB3}"/>
              </a:ext>
            </a:extLst>
          </p:cNvPr>
          <p:cNvSpPr/>
          <p:nvPr/>
        </p:nvSpPr>
        <p:spPr>
          <a:xfrm>
            <a:off x="-1" y="7815"/>
            <a:ext cx="2219569" cy="6857999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Mulher usando computador&#10;&#10;Descrição gerada automaticamente">
            <a:extLst>
              <a:ext uri="{FF2B5EF4-FFF2-40B4-BE49-F238E27FC236}">
                <a16:creationId xmlns:a16="http://schemas.microsoft.com/office/drawing/2014/main" id="{F40495C2-A1D3-934D-A6A3-B36E130FE9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3" r="7905"/>
          <a:stretch/>
        </p:blipFill>
        <p:spPr>
          <a:xfrm>
            <a:off x="-2" y="-1"/>
            <a:ext cx="3680330" cy="2692933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AD7A561B-D2A9-4F17-A68A-B1220D0B07C9}"/>
              </a:ext>
            </a:extLst>
          </p:cNvPr>
          <p:cNvSpPr txBox="1"/>
          <p:nvPr/>
        </p:nvSpPr>
        <p:spPr>
          <a:xfrm>
            <a:off x="4047883" y="970404"/>
            <a:ext cx="726977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n-US" sz="3000" b="1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08. TRABALHOS FUTUROS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DE058F-DDEC-46DC-BADB-7C7B97180E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9" t="-247463" b="-59853"/>
          <a:stretch/>
        </p:blipFill>
        <p:spPr>
          <a:xfrm>
            <a:off x="2446215" y="5986585"/>
            <a:ext cx="9377744" cy="738065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6AEF939F-5600-4DD8-A056-D76CACF4EEE4}"/>
              </a:ext>
            </a:extLst>
          </p:cNvPr>
          <p:cNvSpPr/>
          <p:nvPr/>
        </p:nvSpPr>
        <p:spPr>
          <a:xfrm>
            <a:off x="2383692" y="3111112"/>
            <a:ext cx="8972062" cy="2980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0">
                <a:solidFill>
                  <a:srgbClr val="004B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TÍTULO</a:t>
            </a:r>
            <a:endParaRPr lang="en-US" sz="1400" b="0" i="0">
              <a:solidFill>
                <a:srgbClr val="004B7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Tópico</a:t>
            </a:r>
            <a:endParaRPr lang="en-US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  <a:endParaRPr lang="en-US" sz="1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D8D67F4-E8C4-40C4-AA77-8A862D440044}"/>
              </a:ext>
            </a:extLst>
          </p:cNvPr>
          <p:cNvSpPr/>
          <p:nvPr/>
        </p:nvSpPr>
        <p:spPr>
          <a:xfrm>
            <a:off x="225533" y="4234497"/>
            <a:ext cx="168626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</a:t>
            </a:r>
          </a:p>
          <a:p>
            <a:r>
              <a:rPr lang="en-US" sz="1400" b="1" i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 DESTAQUE</a:t>
            </a:r>
          </a:p>
          <a:p>
            <a:r>
              <a:rPr lang="en-US" sz="1400" b="0" i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simply dummy text of the printing and typesetting.</a:t>
            </a:r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m 15" descr="Logotipo&#10;&#10;Descrição gerada automaticamente">
            <a:extLst>
              <a:ext uri="{FF2B5EF4-FFF2-40B4-BE49-F238E27FC236}">
                <a16:creationId xmlns:a16="http://schemas.microsoft.com/office/drawing/2014/main" id="{F6114E18-A7B6-4E17-A84D-38426BDB8A8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687" y="313985"/>
            <a:ext cx="917272" cy="36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078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9DE058F-DDEC-46DC-BADB-7C7B97180E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1" t="-118072" r="-1" b="-59853"/>
          <a:stretch/>
        </p:blipFill>
        <p:spPr>
          <a:xfrm>
            <a:off x="780711" y="6221047"/>
            <a:ext cx="11043248" cy="503604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0F8C190C-70B0-4882-8163-C8246A4F3CAD}"/>
              </a:ext>
            </a:extLst>
          </p:cNvPr>
          <p:cNvSpPr txBox="1"/>
          <p:nvPr/>
        </p:nvSpPr>
        <p:spPr>
          <a:xfrm>
            <a:off x="780711" y="509808"/>
            <a:ext cx="726977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n-US" sz="3000" b="1">
                <a:solidFill>
                  <a:srgbClr val="004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09. REFERÊNCIAS</a:t>
            </a:r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41729D1E-E3B7-4927-96AD-4C2C70CF60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687" y="313985"/>
            <a:ext cx="917272" cy="36237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14A3FCA-C4A7-4C82-BA0F-087B8F528D3C}"/>
              </a:ext>
            </a:extLst>
          </p:cNvPr>
          <p:cNvSpPr/>
          <p:nvPr/>
        </p:nvSpPr>
        <p:spPr>
          <a:xfrm>
            <a:off x="0" y="0"/>
            <a:ext cx="397122" cy="6865814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7C098A-C837-6BD4-71B9-7315B6D28CBE}"/>
              </a:ext>
            </a:extLst>
          </p:cNvPr>
          <p:cNvSpPr/>
          <p:nvPr/>
        </p:nvSpPr>
        <p:spPr>
          <a:xfrm>
            <a:off x="719017" y="1531889"/>
            <a:ext cx="10605475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</a:p>
          <a:p>
            <a:pPr lvl="1">
              <a:lnSpc>
                <a:spcPct val="150000"/>
              </a:lnSpc>
            </a:pPr>
            <a:r>
              <a:rPr 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  <a:endParaRPr lang="en-US" sz="1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</a:p>
          <a:p>
            <a:pPr lvl="1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>
              <a:solidFill>
                <a:srgbClr val="004B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377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43B647D-ED87-4C4C-9501-E39B9ACA7BB3}"/>
              </a:ext>
            </a:extLst>
          </p:cNvPr>
          <p:cNvSpPr/>
          <p:nvPr/>
        </p:nvSpPr>
        <p:spPr>
          <a:xfrm>
            <a:off x="0" y="0"/>
            <a:ext cx="12192000" cy="5279058"/>
          </a:xfrm>
          <a:prstGeom prst="rect">
            <a:avLst/>
          </a:prstGeom>
          <a:solidFill>
            <a:srgbClr val="004B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Logotipo&#10;&#10;Descrição gerada automaticamente">
            <a:extLst>
              <a:ext uri="{FF2B5EF4-FFF2-40B4-BE49-F238E27FC236}">
                <a16:creationId xmlns:a16="http://schemas.microsoft.com/office/drawing/2014/main" id="{D8D38A84-A714-D340-89BE-C555B635A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304" y="1625595"/>
            <a:ext cx="5821392" cy="2263202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BC2552A9-FAD8-C066-870A-B2EB79013BFD}"/>
              </a:ext>
            </a:extLst>
          </p:cNvPr>
          <p:cNvGrpSpPr/>
          <p:nvPr/>
        </p:nvGrpSpPr>
        <p:grpSpPr>
          <a:xfrm>
            <a:off x="3185304" y="5616875"/>
            <a:ext cx="5708097" cy="969180"/>
            <a:chOff x="325881" y="5738173"/>
            <a:chExt cx="5708097" cy="969180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AF6922AA-EDA2-2A41-5DE1-9C1D5E37B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5125" y="5756406"/>
              <a:ext cx="1088853" cy="845116"/>
            </a:xfrm>
            <a:prstGeom prst="rect">
              <a:avLst/>
            </a:prstGeom>
          </p:spPr>
        </p:pic>
        <p:pic>
          <p:nvPicPr>
            <p:cNvPr id="4" name="Imagem 3" descr="Logotipo, nome da empresa&#10;&#10;Descrição gerada automaticamente">
              <a:extLst>
                <a:ext uri="{FF2B5EF4-FFF2-40B4-BE49-F238E27FC236}">
                  <a16:creationId xmlns:a16="http://schemas.microsoft.com/office/drawing/2014/main" id="{857FCB2A-E95D-0542-77FE-D52596E2D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7470" y="5738173"/>
              <a:ext cx="962576" cy="969180"/>
            </a:xfrm>
            <a:prstGeom prst="rect">
              <a:avLst/>
            </a:prstGeom>
          </p:spPr>
        </p:pic>
        <p:pic>
          <p:nvPicPr>
            <p:cNvPr id="5" name="Imagem 4" descr="Diagrama&#10;&#10;Descrição gerada automaticamente com confiança média">
              <a:extLst>
                <a:ext uri="{FF2B5EF4-FFF2-40B4-BE49-F238E27FC236}">
                  <a16:creationId xmlns:a16="http://schemas.microsoft.com/office/drawing/2014/main" id="{2E3022F6-6681-DE8B-0378-93B994206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7395" y="5800489"/>
              <a:ext cx="1647912" cy="801033"/>
            </a:xfrm>
            <a:prstGeom prst="rect">
              <a:avLst/>
            </a:prstGeom>
          </p:spPr>
        </p:pic>
        <p:sp>
          <p:nvSpPr>
            <p:cNvPr id="7" name="TextBox 11">
              <a:extLst>
                <a:ext uri="{FF2B5EF4-FFF2-40B4-BE49-F238E27FC236}">
                  <a16:creationId xmlns:a16="http://schemas.microsoft.com/office/drawing/2014/main" id="{3FBC31C6-D700-D999-790D-FF398E6623EA}"/>
                </a:ext>
              </a:extLst>
            </p:cNvPr>
            <p:cNvSpPr txBox="1"/>
            <p:nvPr/>
          </p:nvSpPr>
          <p:spPr>
            <a:xfrm>
              <a:off x="325881" y="6156335"/>
              <a:ext cx="1241703" cy="1384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fontAlgn="t"/>
              <a:r>
                <a:rPr lang="en-US" sz="900" b="1">
                  <a:solidFill>
                    <a:srgbClr val="004B7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RECONHECIMENTOS: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31295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d343cd-20aa-4689-998a-1338f88b33ae">
      <Terms xmlns="http://schemas.microsoft.com/office/infopath/2007/PartnerControls"/>
    </lcf76f155ced4ddcb4097134ff3c332f>
    <TaxCatchAll xmlns="e90ad0c8-e242-416e-8938-3fddb10905d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80253EF9ED72D4691AFD6ED8BE31840" ma:contentTypeVersion="11" ma:contentTypeDescription="Crie um novo documento." ma:contentTypeScope="" ma:versionID="20364f068b26d7463e8cd91499f860ee">
  <xsd:schema xmlns:xsd="http://www.w3.org/2001/XMLSchema" xmlns:xs="http://www.w3.org/2001/XMLSchema" xmlns:p="http://schemas.microsoft.com/office/2006/metadata/properties" xmlns:ns2="a5d343cd-20aa-4689-998a-1338f88b33ae" xmlns:ns3="e90ad0c8-e242-416e-8938-3fddb10905dd" targetNamespace="http://schemas.microsoft.com/office/2006/metadata/properties" ma:root="true" ma:fieldsID="05140101b35907612d21a426df4184b6" ns2:_="" ns3:_="">
    <xsd:import namespace="a5d343cd-20aa-4689-998a-1338f88b33ae"/>
    <xsd:import namespace="e90ad0c8-e242-416e-8938-3fddb10905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343cd-20aa-4689-998a-1338f88b33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16aa7326-b04b-4ac1-a0b1-8d3c6a291a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0ad0c8-e242-416e-8938-3fddb10905d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ef979a2-753b-48ba-b9d0-087e2ffa60b8}" ma:internalName="TaxCatchAll" ma:showField="CatchAllData" ma:web="e90ad0c8-e242-416e-8938-3fddb10905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1E32E2-6ADA-4439-B0E2-0146FB25C2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3277CF-1619-490D-AC5A-06E6387BA999}">
  <ds:schemaRefs>
    <ds:schemaRef ds:uri="a5d343cd-20aa-4689-998a-1338f88b33ae"/>
    <ds:schemaRef ds:uri="d364ee61-a527-4408-a66b-f1c80b0b1aae"/>
    <ds:schemaRef ds:uri="e90ad0c8-e242-416e-8938-3fddb10905d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9DA2C7E-C0C7-46F0-878D-C8CC92C8CBB9}">
  <ds:schemaRefs>
    <ds:schemaRef ds:uri="a5d343cd-20aa-4689-998a-1338f88b33ae"/>
    <ds:schemaRef ds:uri="e90ad0c8-e242-416e-8938-3fddb10905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Pamplona de Almeida</dc:creator>
  <cp:revision>31</cp:revision>
  <dcterms:created xsi:type="dcterms:W3CDTF">2020-03-26T13:22:22Z</dcterms:created>
  <dcterms:modified xsi:type="dcterms:W3CDTF">2025-11-19T23:21:41Z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0x010100C80253EF9ED72D4691AFD6ED8BE31840</vt:lpwstr>
  </property>
  <property fmtid="{D5CDD505-2E9C-101B-9397-08002B2CF9AE}" pid="3" name="MediaServiceImageTags">
    <vt:lpwstr/>
  </property>
</Properties>
</file>